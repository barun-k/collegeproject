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4" r:id="rId1"/>
  </p:sldMasterIdLst>
  <p:sldIdLst>
    <p:sldId id="257" r:id="rId2"/>
    <p:sldId id="271" r:id="rId3"/>
    <p:sldId id="272" r:id="rId4"/>
    <p:sldId id="273" r:id="rId5"/>
    <p:sldId id="274" r:id="rId6"/>
    <p:sldId id="275" r:id="rId7"/>
    <p:sldId id="276" r:id="rId8"/>
    <p:sldId id="277" r:id="rId9"/>
    <p:sldId id="278" r:id="rId10"/>
    <p:sldId id="284" r:id="rId11"/>
    <p:sldId id="285" r:id="rId12"/>
    <p:sldId id="279" r:id="rId13"/>
    <p:sldId id="280" r:id="rId14"/>
    <p:sldId id="281" r:id="rId15"/>
    <p:sldId id="283" r:id="rId16"/>
    <p:sldId id="269"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69" d="100"/>
          <a:sy n="69" d="100"/>
        </p:scale>
        <p:origin x="564" y="4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3">
        <a:schemeClr val="bg1"/>
      </p:bgRef>
    </p:bg>
    <p:spTree>
      <p:nvGrpSpPr>
        <p:cNvPr id="1" name=""/>
        <p:cNvGrpSpPr/>
        <p:nvPr/>
      </p:nvGrpSpPr>
      <p:grpSpPr>
        <a:xfrm>
          <a:off x="0" y="0"/>
          <a:ext cx="0" cy="0"/>
          <a:chOff x="0" y="0"/>
          <a:chExt cx="0" cy="0"/>
        </a:xfrm>
      </p:grpSpPr>
      <p:sp>
        <p:nvSpPr>
          <p:cNvPr id="12" name="Rectangle 11"/>
          <p:cNvSpPr/>
          <p:nvPr/>
        </p:nvSpPr>
        <p:spPr>
          <a:xfrm>
            <a:off x="0" y="0"/>
            <a:ext cx="12192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13" name="Rounded Rectangle 12"/>
          <p:cNvSpPr/>
          <p:nvPr/>
        </p:nvSpPr>
        <p:spPr>
          <a:xfrm>
            <a:off x="87084" y="69756"/>
            <a:ext cx="12017829"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9" name="Subtitle 8"/>
          <p:cNvSpPr>
            <a:spLocks noGrp="1"/>
          </p:cNvSpPr>
          <p:nvPr>
            <p:ph type="subTitle" idx="1"/>
          </p:nvPr>
        </p:nvSpPr>
        <p:spPr>
          <a:xfrm>
            <a:off x="1727200" y="3200400"/>
            <a:ext cx="8534400" cy="1600200"/>
          </a:xfrm>
        </p:spPr>
        <p:txBody>
          <a:bodyPr/>
          <a:lstStyle>
            <a:lvl1pPr marL="0" indent="0" algn="ctr">
              <a:buNone/>
              <a:defRPr sz="26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p:txBody>
          <a:bodyPr/>
          <a:lstStyle/>
          <a:p>
            <a:fld id="{A1899A70-3933-4DBF-90EF-BA548142E849}" type="datetimeFigureOut">
              <a:rPr lang="en-IN" smtClean="0"/>
              <a:t>09-05-2019</a:t>
            </a:fld>
            <a:endParaRPr lang="en-IN"/>
          </a:p>
        </p:txBody>
      </p:sp>
      <p:sp>
        <p:nvSpPr>
          <p:cNvPr id="17" name="Footer Placeholder 16"/>
          <p:cNvSpPr>
            <a:spLocks noGrp="1"/>
          </p:cNvSpPr>
          <p:nvPr>
            <p:ph type="ftr" sz="quarter" idx="11"/>
          </p:nvPr>
        </p:nvSpPr>
        <p:spPr/>
        <p:txBody>
          <a:bodyPr/>
          <a:lstStyle/>
          <a:p>
            <a:endParaRPr lang="en-IN"/>
          </a:p>
        </p:txBody>
      </p:sp>
      <p:sp>
        <p:nvSpPr>
          <p:cNvPr id="29" name="Slide Number Placeholder 28"/>
          <p:cNvSpPr>
            <a:spLocks noGrp="1"/>
          </p:cNvSpPr>
          <p:nvPr>
            <p:ph type="sldNum" sz="quarter" idx="12"/>
          </p:nvPr>
        </p:nvSpPr>
        <p:spPr/>
        <p:txBody>
          <a:bodyPr lIns="0" tIns="0" rIns="0" bIns="0">
            <a:noAutofit/>
          </a:bodyPr>
          <a:lstStyle>
            <a:lvl1pPr>
              <a:defRPr sz="1400">
                <a:solidFill>
                  <a:srgbClr val="FFFFFF"/>
                </a:solidFill>
              </a:defRPr>
            </a:lvl1pPr>
          </a:lstStyle>
          <a:p>
            <a:fld id="{300C0149-F25E-4258-9874-E37679DDFFC2}" type="slidenum">
              <a:rPr lang="en-IN" smtClean="0"/>
              <a:t>‹#›</a:t>
            </a:fld>
            <a:endParaRPr lang="en-IN"/>
          </a:p>
        </p:txBody>
      </p:sp>
      <p:sp>
        <p:nvSpPr>
          <p:cNvPr id="7" name="Rectangle 6"/>
          <p:cNvSpPr/>
          <p:nvPr/>
        </p:nvSpPr>
        <p:spPr>
          <a:xfrm>
            <a:off x="83909" y="1449304"/>
            <a:ext cx="12028716" cy="1527349"/>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83909" y="1396720"/>
            <a:ext cx="12028716" cy="120580"/>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Rectangle 10"/>
          <p:cNvSpPr/>
          <p:nvPr/>
        </p:nvSpPr>
        <p:spPr>
          <a:xfrm>
            <a:off x="83909" y="2976649"/>
            <a:ext cx="12028716" cy="110532"/>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Title 7"/>
          <p:cNvSpPr>
            <a:spLocks noGrp="1"/>
          </p:cNvSpPr>
          <p:nvPr>
            <p:ph type="ctrTitle"/>
          </p:nvPr>
        </p:nvSpPr>
        <p:spPr>
          <a:xfrm>
            <a:off x="609600" y="1505931"/>
            <a:ext cx="10972800" cy="1470025"/>
          </a:xfrm>
        </p:spPr>
        <p:txBody>
          <a:bodyPr anchor="ctr"/>
          <a:lstStyle>
            <a:lvl1pPr algn="ctr">
              <a:defRPr lang="en-US" dirty="0">
                <a:solidFill>
                  <a:srgbClr val="FFFFFF"/>
                </a:solidFill>
              </a:defRPr>
            </a:lvl1pPr>
          </a:lstStyle>
          <a:p>
            <a:r>
              <a:rPr kumimoji="0" lang="en-US"/>
              <a:t>Click to edit Master title style</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A1899A70-3933-4DBF-90EF-BA548142E849}" type="datetimeFigureOut">
              <a:rPr lang="en-IN" smtClean="0"/>
              <a:t>09-05-2019</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00C0149-F25E-4258-9874-E37679DDFFC2}" type="slidenum">
              <a:rPr lang="en-IN" smtClean="0"/>
              <a:t>‹#›</a:t>
            </a:fld>
            <a:endParaRPr lang="en-IN"/>
          </a:p>
        </p:txBody>
      </p:sp>
      <p:sp>
        <p:nvSpPr>
          <p:cNvPr id="8" name="Content Placeholder 7"/>
          <p:cNvSpPr>
            <a:spLocks noGrp="1"/>
          </p:cNvSpPr>
          <p:nvPr>
            <p:ph sz="quarter" idx="1"/>
          </p:nvPr>
        </p:nvSpPr>
        <p:spPr>
          <a:xfrm>
            <a:off x="1219200" y="1447800"/>
            <a:ext cx="10363200" cy="4572000"/>
          </a:xfrm>
        </p:spPr>
        <p:txBody>
          <a:bodyPr vert="horz"/>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3">
        <a:schemeClr val="bg1"/>
      </p:bgRef>
    </p:bg>
    <p:spTree>
      <p:nvGrpSpPr>
        <p:cNvPr id="1" name=""/>
        <p:cNvGrpSpPr/>
        <p:nvPr/>
      </p:nvGrpSpPr>
      <p:grpSpPr>
        <a:xfrm>
          <a:off x="0" y="0"/>
          <a:ext cx="0" cy="0"/>
          <a:chOff x="0" y="0"/>
          <a:chExt cx="0" cy="0"/>
        </a:xfrm>
      </p:grpSpPr>
      <p:sp>
        <p:nvSpPr>
          <p:cNvPr id="11" name="Rectangle 10"/>
          <p:cNvSpPr/>
          <p:nvPr/>
        </p:nvSpPr>
        <p:spPr>
          <a:xfrm>
            <a:off x="0" y="0"/>
            <a:ext cx="12192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10" name="Rounded Rectangle 9"/>
          <p:cNvSpPr/>
          <p:nvPr/>
        </p:nvSpPr>
        <p:spPr>
          <a:xfrm>
            <a:off x="87084" y="69756"/>
            <a:ext cx="12017829"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3">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963084" y="952501"/>
            <a:ext cx="10363200" cy="1362075"/>
          </a:xfrm>
        </p:spPr>
        <p:txBody>
          <a:bodyPr anchor="b" anchorCtr="0"/>
          <a:lstStyle>
            <a:lvl1pPr algn="l">
              <a:buNone/>
              <a:defRPr sz="4000" b="0" cap="none"/>
            </a:lvl1pPr>
          </a:lstStyle>
          <a:p>
            <a:r>
              <a:rPr kumimoji="0" lang="en-US"/>
              <a:t>Click to edit Master title style</a:t>
            </a:r>
          </a:p>
        </p:txBody>
      </p:sp>
      <p:sp>
        <p:nvSpPr>
          <p:cNvPr id="3" name="Text Placeholder 2"/>
          <p:cNvSpPr>
            <a:spLocks noGrp="1"/>
          </p:cNvSpPr>
          <p:nvPr>
            <p:ph type="body" idx="1"/>
          </p:nvPr>
        </p:nvSpPr>
        <p:spPr>
          <a:xfrm>
            <a:off x="963084" y="2547938"/>
            <a:ext cx="10363200" cy="1338262"/>
          </a:xfrm>
        </p:spPr>
        <p:txBody>
          <a:bodyPr anchor="t" anchorCtr="0"/>
          <a:lstStyle>
            <a:lvl1pPr marL="0" indent="0">
              <a:buNone/>
              <a:defRPr sz="24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fld id="{A1899A70-3933-4DBF-90EF-BA548142E849}" type="datetimeFigureOut">
              <a:rPr lang="en-IN" smtClean="0"/>
              <a:t>09-05-2019</a:t>
            </a:fld>
            <a:endParaRPr lang="en-IN"/>
          </a:p>
        </p:txBody>
      </p:sp>
      <p:sp>
        <p:nvSpPr>
          <p:cNvPr id="5" name="Footer Placeholder 4"/>
          <p:cNvSpPr>
            <a:spLocks noGrp="1"/>
          </p:cNvSpPr>
          <p:nvPr>
            <p:ph type="ftr" sz="quarter" idx="11"/>
          </p:nvPr>
        </p:nvSpPr>
        <p:spPr>
          <a:xfrm>
            <a:off x="1066800" y="6172200"/>
            <a:ext cx="5334000" cy="457200"/>
          </a:xfrm>
        </p:spPr>
        <p:txBody>
          <a:bodyPr/>
          <a:lstStyle/>
          <a:p>
            <a:endParaRPr lang="en-IN"/>
          </a:p>
        </p:txBody>
      </p:sp>
      <p:sp>
        <p:nvSpPr>
          <p:cNvPr id="7" name="Rectangle 6"/>
          <p:cNvSpPr/>
          <p:nvPr/>
        </p:nvSpPr>
        <p:spPr>
          <a:xfrm flipV="1">
            <a:off x="92550" y="2376830"/>
            <a:ext cx="12018020" cy="91440"/>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2195" y="2341476"/>
            <a:ext cx="12018375" cy="45719"/>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91075" y="2468880"/>
            <a:ext cx="12019495" cy="45720"/>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Slide Number Placeholder 5"/>
          <p:cNvSpPr>
            <a:spLocks noGrp="1"/>
          </p:cNvSpPr>
          <p:nvPr>
            <p:ph type="sldNum" sz="quarter" idx="12"/>
          </p:nvPr>
        </p:nvSpPr>
        <p:spPr>
          <a:xfrm>
            <a:off x="195072" y="6208776"/>
            <a:ext cx="609600" cy="457200"/>
          </a:xfrm>
        </p:spPr>
        <p:txBody>
          <a:bodyPr/>
          <a:lstStyle/>
          <a:p>
            <a:fld id="{300C0149-F25E-4258-9874-E37679DDFFC2}" type="slidenum">
              <a:rPr lang="en-IN" smtClean="0"/>
              <a:t>‹#›</a:t>
            </a:fld>
            <a:endParaRPr lang="en-IN"/>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1899A70-3933-4DBF-90EF-BA548142E849}" type="datetimeFigureOut">
              <a:rPr lang="en-IN" smtClean="0"/>
              <a:t>09-05-2019</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00C0149-F25E-4258-9874-E37679DDFFC2}" type="slidenum">
              <a:rPr lang="en-IN" smtClean="0"/>
              <a:t>‹#›</a:t>
            </a:fld>
            <a:endParaRPr lang="en-IN"/>
          </a:p>
        </p:txBody>
      </p:sp>
      <p:sp>
        <p:nvSpPr>
          <p:cNvPr id="9" name="Content Placeholder 8"/>
          <p:cNvSpPr>
            <a:spLocks noGrp="1"/>
          </p:cNvSpPr>
          <p:nvPr>
            <p:ph sz="quarter" idx="1"/>
          </p:nvPr>
        </p:nvSpPr>
        <p:spPr>
          <a:xfrm>
            <a:off x="1219200" y="1447800"/>
            <a:ext cx="4998720" cy="4572000"/>
          </a:xfrm>
        </p:spPr>
        <p:txBody>
          <a:bodyPr vert="horz"/>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578600" y="1447800"/>
            <a:ext cx="4998720" cy="4572000"/>
          </a:xfrm>
        </p:spPr>
        <p:txBody>
          <a:bodyPr vert="horz"/>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19200" y="273050"/>
            <a:ext cx="10363200" cy="1143000"/>
          </a:xfrm>
        </p:spPr>
        <p:txBody>
          <a:bodyPr anchor="b" anchorCtr="0"/>
          <a:lstStyle>
            <a:lvl1pPr>
              <a:defRPr/>
            </a:lvl1pPr>
          </a:lstStyle>
          <a:p>
            <a:r>
              <a:rPr kumimoji="0" lang="en-US"/>
              <a:t>Click to edit Master title style</a:t>
            </a:r>
          </a:p>
        </p:txBody>
      </p:sp>
      <p:sp>
        <p:nvSpPr>
          <p:cNvPr id="3" name="Text Placeholder 2"/>
          <p:cNvSpPr>
            <a:spLocks noGrp="1"/>
          </p:cNvSpPr>
          <p:nvPr>
            <p:ph type="body" idx="1"/>
          </p:nvPr>
        </p:nvSpPr>
        <p:spPr>
          <a:xfrm>
            <a:off x="1219200" y="1447800"/>
            <a:ext cx="4978400" cy="762000"/>
          </a:xfrm>
          <a:noFill/>
          <a:ln w="12700" cap="sq" cmpd="sng" algn="ctr">
            <a:noFill/>
            <a:prstDash val="solid"/>
          </a:ln>
        </p:spPr>
        <p:txBody>
          <a:bodyPr lIns="91440" anchor="b" anchorCtr="0">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604000" y="1447800"/>
            <a:ext cx="4978400" cy="762000"/>
          </a:xfrm>
          <a:noFill/>
          <a:ln w="12700" cap="sq" cmpd="sng" algn="ctr">
            <a:noFill/>
            <a:prstDash val="solid"/>
          </a:ln>
        </p:spPr>
        <p:txBody>
          <a:bodyPr lIns="91440" anchor="b" anchorCtr="0">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A1899A70-3933-4DBF-90EF-BA548142E849}" type="datetimeFigureOut">
              <a:rPr lang="en-IN" smtClean="0"/>
              <a:t>09-05-2019</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300C0149-F25E-4258-9874-E37679DDFFC2}" type="slidenum">
              <a:rPr lang="en-IN" smtClean="0"/>
              <a:t>‹#›</a:t>
            </a:fld>
            <a:endParaRPr lang="en-IN"/>
          </a:p>
        </p:txBody>
      </p:sp>
      <p:sp>
        <p:nvSpPr>
          <p:cNvPr id="11" name="Content Placeholder 10"/>
          <p:cNvSpPr>
            <a:spLocks noGrp="1"/>
          </p:cNvSpPr>
          <p:nvPr>
            <p:ph sz="half" idx="2"/>
          </p:nvPr>
        </p:nvSpPr>
        <p:spPr>
          <a:xfrm>
            <a:off x="1219200" y="2247900"/>
            <a:ext cx="4978400" cy="3886200"/>
          </a:xfrm>
        </p:spPr>
        <p:txBody>
          <a:bodyPr vert="horz"/>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half" idx="4"/>
          </p:nvPr>
        </p:nvSpPr>
        <p:spPr>
          <a:xfrm>
            <a:off x="6604000" y="2247900"/>
            <a:ext cx="4978400" cy="3886200"/>
          </a:xfrm>
        </p:spPr>
        <p:txBody>
          <a:bodyPr vert="horz"/>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A1899A70-3933-4DBF-90EF-BA548142E849}" type="datetimeFigureOut">
              <a:rPr lang="en-IN" smtClean="0"/>
              <a:t>09-05-2019</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300C0149-F25E-4258-9874-E37679DDFFC2}" type="slidenum">
              <a:rPr lang="en-IN" smtClean="0"/>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899A70-3933-4DBF-90EF-BA548142E849}" type="datetimeFigureOut">
              <a:rPr lang="en-IN" smtClean="0"/>
              <a:t>09-05-2019</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300C0149-F25E-4258-9874-E37679DDFFC2}" type="slidenum">
              <a:rPr lang="en-IN" smtClean="0"/>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0" y="0"/>
            <a:ext cx="12192000" cy="6858000"/>
          </a:xfrm>
          <a:prstGeom prst="rect">
            <a:avLst/>
          </a:prstGeom>
          <a:solidFill>
            <a:srgbClr val="FFFFFF"/>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useBgFill="1">
        <p:nvSpPr>
          <p:cNvPr id="9" name="Rounded Rectangle 8"/>
          <p:cNvSpPr/>
          <p:nvPr/>
        </p:nvSpPr>
        <p:spPr>
          <a:xfrm>
            <a:off x="85344" y="69755"/>
            <a:ext cx="12017829" cy="6693408"/>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1219200" y="273050"/>
            <a:ext cx="10363200" cy="1143000"/>
          </a:xfrm>
        </p:spPr>
        <p:txBody>
          <a:bodyPr anchor="b" anchorCtr="0"/>
          <a:lstStyle>
            <a:lvl1pPr algn="l">
              <a:buNone/>
              <a:defRPr sz="4000" b="0"/>
            </a:lvl1pPr>
          </a:lstStyle>
          <a:p>
            <a:r>
              <a:rPr kumimoji="0" lang="en-US"/>
              <a:t>Click to edit Master title style</a:t>
            </a:r>
          </a:p>
        </p:txBody>
      </p:sp>
      <p:sp>
        <p:nvSpPr>
          <p:cNvPr id="3" name="Text Placeholder 2"/>
          <p:cNvSpPr>
            <a:spLocks noGrp="1"/>
          </p:cNvSpPr>
          <p:nvPr>
            <p:ph type="body" idx="2"/>
          </p:nvPr>
        </p:nvSpPr>
        <p:spPr>
          <a:xfrm>
            <a:off x="1219200" y="1600200"/>
            <a:ext cx="2540000" cy="4495800"/>
          </a:xfrm>
        </p:spPr>
        <p:txBody>
          <a:bodyPr/>
          <a:lstStyle>
            <a:lvl1pPr marL="0" indent="0">
              <a:buNone/>
              <a:defRPr sz="1800"/>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A1899A70-3933-4DBF-90EF-BA548142E849}" type="datetimeFigureOut">
              <a:rPr lang="en-IN" smtClean="0"/>
              <a:t>09-05-2019</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00C0149-F25E-4258-9874-E37679DDFFC2}" type="slidenum">
              <a:rPr lang="en-IN" smtClean="0"/>
              <a:t>‹#›</a:t>
            </a:fld>
            <a:endParaRPr lang="en-IN"/>
          </a:p>
        </p:txBody>
      </p:sp>
      <p:sp>
        <p:nvSpPr>
          <p:cNvPr id="11" name="Content Placeholder 10"/>
          <p:cNvSpPr>
            <a:spLocks noGrp="1"/>
          </p:cNvSpPr>
          <p:nvPr>
            <p:ph sz="quarter" idx="1"/>
          </p:nvPr>
        </p:nvSpPr>
        <p:spPr>
          <a:xfrm>
            <a:off x="3962400" y="1600200"/>
            <a:ext cx="7620000" cy="4495800"/>
          </a:xfrm>
        </p:spPr>
        <p:txBody>
          <a:bodyPr vert="horz"/>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19200" y="4900550"/>
            <a:ext cx="9753600" cy="522288"/>
          </a:xfrm>
        </p:spPr>
        <p:txBody>
          <a:bodyPr anchor="ctr">
            <a:noAutofit/>
          </a:bodyPr>
          <a:lstStyle>
            <a:lvl1pPr algn="l">
              <a:buNone/>
              <a:defRPr sz="2800" b="0"/>
            </a:lvl1pPr>
          </a:lstStyle>
          <a:p>
            <a:r>
              <a:rPr kumimoji="0" lang="en-US"/>
              <a:t>Click to edit Master title style</a:t>
            </a:r>
          </a:p>
        </p:txBody>
      </p:sp>
      <p:sp>
        <p:nvSpPr>
          <p:cNvPr id="4" name="Text Placeholder 3"/>
          <p:cNvSpPr>
            <a:spLocks noGrp="1"/>
          </p:cNvSpPr>
          <p:nvPr>
            <p:ph type="body" sz="half" idx="2"/>
          </p:nvPr>
        </p:nvSpPr>
        <p:spPr>
          <a:xfrm>
            <a:off x="1219200" y="5445825"/>
            <a:ext cx="9753600" cy="685800"/>
          </a:xfrm>
        </p:spPr>
        <p:txBody>
          <a:bodyPr/>
          <a:lstStyle>
            <a:lvl1pPr marL="0" indent="0">
              <a:buFontTx/>
              <a:buNone/>
              <a:defRPr sz="16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A1899A70-3933-4DBF-90EF-BA548142E849}" type="datetimeFigureOut">
              <a:rPr lang="en-IN" smtClean="0"/>
              <a:t>09-05-2019</a:t>
            </a:fld>
            <a:endParaRPr lang="en-IN"/>
          </a:p>
        </p:txBody>
      </p:sp>
      <p:sp>
        <p:nvSpPr>
          <p:cNvPr id="6" name="Footer Placeholder 5"/>
          <p:cNvSpPr>
            <a:spLocks noGrp="1"/>
          </p:cNvSpPr>
          <p:nvPr>
            <p:ph type="ftr" sz="quarter" idx="11"/>
          </p:nvPr>
        </p:nvSpPr>
        <p:spPr>
          <a:xfrm>
            <a:off x="1219200" y="6172200"/>
            <a:ext cx="5181600" cy="457200"/>
          </a:xfrm>
        </p:spPr>
        <p:txBody>
          <a:bodyPr/>
          <a:lstStyle/>
          <a:p>
            <a:endParaRPr lang="en-IN"/>
          </a:p>
        </p:txBody>
      </p:sp>
      <p:sp>
        <p:nvSpPr>
          <p:cNvPr id="7" name="Slide Number Placeholder 6"/>
          <p:cNvSpPr>
            <a:spLocks noGrp="1"/>
          </p:cNvSpPr>
          <p:nvPr>
            <p:ph type="sldNum" sz="quarter" idx="12"/>
          </p:nvPr>
        </p:nvSpPr>
        <p:spPr>
          <a:xfrm>
            <a:off x="195072" y="6208776"/>
            <a:ext cx="609600" cy="457200"/>
          </a:xfrm>
        </p:spPr>
        <p:txBody>
          <a:bodyPr/>
          <a:lstStyle/>
          <a:p>
            <a:fld id="{300C0149-F25E-4258-9874-E37679DDFFC2}" type="slidenum">
              <a:rPr lang="en-IN" smtClean="0"/>
              <a:t>‹#›</a:t>
            </a:fld>
            <a:endParaRPr lang="en-IN"/>
          </a:p>
        </p:txBody>
      </p:sp>
      <p:sp>
        <p:nvSpPr>
          <p:cNvPr id="11" name="Rectangle 10"/>
          <p:cNvSpPr/>
          <p:nvPr/>
        </p:nvSpPr>
        <p:spPr>
          <a:xfrm flipV="1">
            <a:off x="91076" y="4683555"/>
            <a:ext cx="12009120" cy="91440"/>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91345" y="4650475"/>
            <a:ext cx="12008852" cy="45719"/>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Rectangle 12"/>
          <p:cNvSpPr/>
          <p:nvPr/>
        </p:nvSpPr>
        <p:spPr>
          <a:xfrm>
            <a:off x="91348" y="4773225"/>
            <a:ext cx="12008849" cy="48807"/>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 name="Picture Placeholder 2"/>
          <p:cNvSpPr>
            <a:spLocks noGrp="1"/>
          </p:cNvSpPr>
          <p:nvPr>
            <p:ph type="pic" idx="1"/>
          </p:nvPr>
        </p:nvSpPr>
        <p:spPr>
          <a:xfrm>
            <a:off x="91078" y="66676"/>
            <a:ext cx="12002497" cy="4581525"/>
          </a:xfrm>
          <a:prstGeom prst="round2SameRect">
            <a:avLst>
              <a:gd name="adj1" fmla="val 7101"/>
              <a:gd name="adj2" fmla="val 0"/>
            </a:avLst>
          </a:prstGeom>
          <a:solidFill>
            <a:schemeClr val="bg2"/>
          </a:solidFill>
          <a:ln w="6350">
            <a:solidFill>
              <a:schemeClr val="tx1"/>
            </a:solidFill>
          </a:ln>
        </p:spPr>
        <p:txBody>
          <a:bodyPr/>
          <a:lstStyle>
            <a:lvl1pPr marL="0" indent="0">
              <a:buNone/>
              <a:defRPr sz="3200"/>
            </a:lvl1pPr>
          </a:lstStyle>
          <a:p>
            <a:r>
              <a:rPr kumimoji="0" lang="en-US"/>
              <a:t>Click icon to add picture</a:t>
            </a:r>
            <a:endParaRPr kumimoji="0"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A1899A70-3933-4DBF-90EF-BA548142E849}" type="datetimeFigureOut">
              <a:rPr lang="en-IN" smtClean="0"/>
              <a:t>09-05-2019</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00C0149-F25E-4258-9874-E37679DDFFC2}" type="slidenum">
              <a:rPr lang="en-IN" smtClean="0"/>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2"/>
            <a:ext cx="268224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1219200" y="274641"/>
            <a:ext cx="7416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A1899A70-3933-4DBF-90EF-BA548142E849}" type="datetimeFigureOut">
              <a:rPr lang="en-IN" smtClean="0"/>
              <a:t>09-05-2019</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00C0149-F25E-4258-9874-E37679DDFFC2}" type="slidenum">
              <a:rPr lang="en-IN" smtClean="0"/>
              <a:t>‹#›</a:t>
            </a:fld>
            <a:endParaRPr lang="en-I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Heading Slide 2">
    <p:spTree>
      <p:nvGrpSpPr>
        <p:cNvPr id="1" name=""/>
        <p:cNvGrpSpPr/>
        <p:nvPr/>
      </p:nvGrpSpPr>
      <p:grpSpPr>
        <a:xfrm>
          <a:off x="0" y="0"/>
          <a:ext cx="0" cy="0"/>
          <a:chOff x="0" y="0"/>
          <a:chExt cx="0" cy="0"/>
        </a:xfrm>
      </p:grpSpPr>
      <p:pic>
        <p:nvPicPr>
          <p:cNvPr id="14" name="Picture 13"/>
          <p:cNvPicPr>
            <a:picLocks noChangeAspect="1"/>
          </p:cNvPicPr>
          <p:nvPr userDrawn="1"/>
        </p:nvPicPr>
        <p:blipFill rotWithShape="1">
          <a:blip r:embed="rId2" cstate="print">
            <a:extLst>
              <a:ext uri="{28A0092B-C50C-407E-A947-70E740481C1C}">
                <a14:useLocalDpi xmlns:a14="http://schemas.microsoft.com/office/drawing/2010/main" val="0"/>
              </a:ext>
            </a:extLst>
          </a:blip>
          <a:srcRect b="18070"/>
          <a:stretch/>
        </p:blipFill>
        <p:spPr>
          <a:xfrm>
            <a:off x="-3179" y="0"/>
            <a:ext cx="12195179" cy="6857766"/>
          </a:xfrm>
          <a:prstGeom prst="rect">
            <a:avLst/>
          </a:prstGeom>
        </p:spPr>
      </p:pic>
      <p:sp>
        <p:nvSpPr>
          <p:cNvPr id="16" name="Title 1"/>
          <p:cNvSpPr>
            <a:spLocks noGrp="1"/>
          </p:cNvSpPr>
          <p:nvPr>
            <p:ph type="title" hasCustomPrompt="1"/>
          </p:nvPr>
        </p:nvSpPr>
        <p:spPr>
          <a:xfrm>
            <a:off x="658528" y="3721253"/>
            <a:ext cx="6242051" cy="948454"/>
          </a:xfrm>
        </p:spPr>
        <p:txBody>
          <a:bodyPr anchor="b">
            <a:noAutofit/>
          </a:bodyPr>
          <a:lstStyle>
            <a:lvl1pPr>
              <a:defRPr lang="en-IN" sz="6000" kern="1200" dirty="0">
                <a:solidFill>
                  <a:prstClr val="white"/>
                </a:solidFill>
                <a:latin typeface="Poppins" panose="02000000000000000000" pitchFamily="2" charset="0"/>
                <a:ea typeface="+mn-ea"/>
                <a:cs typeface="Poppins" panose="02000000000000000000" pitchFamily="2" charset="0"/>
              </a:defRPr>
            </a:lvl1pPr>
          </a:lstStyle>
          <a:p>
            <a:r>
              <a:rPr lang="en-US" dirty="0"/>
              <a:t>Click to edit title</a:t>
            </a:r>
            <a:endParaRPr lang="en-IN" dirty="0"/>
          </a:p>
        </p:txBody>
      </p:sp>
      <p:pic>
        <p:nvPicPr>
          <p:cNvPr id="17" name="Picture 16"/>
          <p:cNvPicPr>
            <a:picLocks noChangeAspect="1"/>
          </p:cNvPicPr>
          <p:nvPr userDrawn="1"/>
        </p:nvPicPr>
        <p:blipFill>
          <a:blip r:embed="rId3"/>
          <a:stretch>
            <a:fillRect/>
          </a:stretch>
        </p:blipFill>
        <p:spPr>
          <a:xfrm>
            <a:off x="8314482" y="2"/>
            <a:ext cx="3877519" cy="809065"/>
          </a:xfrm>
          <a:prstGeom prst="rect">
            <a:avLst/>
          </a:prstGeom>
        </p:spPr>
      </p:pic>
    </p:spTree>
    <p:extLst>
      <p:ext uri="{BB962C8B-B14F-4D97-AF65-F5344CB8AC3E}">
        <p14:creationId xmlns:p14="http://schemas.microsoft.com/office/powerpoint/2010/main" val="3886627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hank You">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7" name="Group 6"/>
          <p:cNvGrpSpPr/>
          <p:nvPr userDrawn="1"/>
        </p:nvGrpSpPr>
        <p:grpSpPr>
          <a:xfrm>
            <a:off x="-7047" y="1"/>
            <a:ext cx="9347563" cy="6858000"/>
            <a:chOff x="-7046" y="8021"/>
            <a:chExt cx="9347562" cy="6849979"/>
          </a:xfrm>
        </p:grpSpPr>
        <p:sp>
          <p:nvSpPr>
            <p:cNvPr id="8" name="Rectangle 6"/>
            <p:cNvSpPr/>
            <p:nvPr/>
          </p:nvSpPr>
          <p:spPr>
            <a:xfrm>
              <a:off x="-7046" y="8021"/>
              <a:ext cx="9347562" cy="6849979"/>
            </a:xfrm>
            <a:custGeom>
              <a:avLst/>
              <a:gdLst>
                <a:gd name="connsiteX0" fmla="*/ 0 w 2229853"/>
                <a:gd name="connsiteY0" fmla="*/ 0 h 6858000"/>
                <a:gd name="connsiteX1" fmla="*/ 2229853 w 2229853"/>
                <a:gd name="connsiteY1" fmla="*/ 0 h 6858000"/>
                <a:gd name="connsiteX2" fmla="*/ 2229853 w 2229853"/>
                <a:gd name="connsiteY2" fmla="*/ 6858000 h 6858000"/>
                <a:gd name="connsiteX3" fmla="*/ 0 w 2229853"/>
                <a:gd name="connsiteY3" fmla="*/ 6858000 h 6858000"/>
                <a:gd name="connsiteX4" fmla="*/ 0 w 2229853"/>
                <a:gd name="connsiteY4" fmla="*/ 0 h 6858000"/>
                <a:gd name="connsiteX0" fmla="*/ 0 w 6489032"/>
                <a:gd name="connsiteY0" fmla="*/ 0 h 6858000"/>
                <a:gd name="connsiteX1" fmla="*/ 6489032 w 6489032"/>
                <a:gd name="connsiteY1" fmla="*/ 8021 h 6858000"/>
                <a:gd name="connsiteX2" fmla="*/ 2229853 w 6489032"/>
                <a:gd name="connsiteY2" fmla="*/ 6858000 h 6858000"/>
                <a:gd name="connsiteX3" fmla="*/ 0 w 6489032"/>
                <a:gd name="connsiteY3" fmla="*/ 6858000 h 6858000"/>
                <a:gd name="connsiteX4" fmla="*/ 0 w 6489032"/>
                <a:gd name="connsiteY4" fmla="*/ 0 h 6858000"/>
                <a:gd name="connsiteX0" fmla="*/ 0 w 6489032"/>
                <a:gd name="connsiteY0" fmla="*/ 0 h 6858000"/>
                <a:gd name="connsiteX1" fmla="*/ 6489032 w 6489032"/>
                <a:gd name="connsiteY1" fmla="*/ 8021 h 6858000"/>
                <a:gd name="connsiteX2" fmla="*/ 1090863 w 6489032"/>
                <a:gd name="connsiteY2" fmla="*/ 6833937 h 6858000"/>
                <a:gd name="connsiteX3" fmla="*/ 0 w 6489032"/>
                <a:gd name="connsiteY3" fmla="*/ 6858000 h 6858000"/>
                <a:gd name="connsiteX4" fmla="*/ 0 w 6489032"/>
                <a:gd name="connsiteY4" fmla="*/ 0 h 6858000"/>
                <a:gd name="connsiteX0" fmla="*/ 0 w 6489032"/>
                <a:gd name="connsiteY0" fmla="*/ 0 h 6858000"/>
                <a:gd name="connsiteX1" fmla="*/ 6489032 w 6489032"/>
                <a:gd name="connsiteY1" fmla="*/ 8021 h 6858000"/>
                <a:gd name="connsiteX2" fmla="*/ 1138990 w 6489032"/>
                <a:gd name="connsiteY2" fmla="*/ 6858000 h 6858000"/>
                <a:gd name="connsiteX3" fmla="*/ 0 w 6489032"/>
                <a:gd name="connsiteY3" fmla="*/ 6858000 h 6858000"/>
                <a:gd name="connsiteX4" fmla="*/ 0 w 6489032"/>
                <a:gd name="connsiteY4" fmla="*/ 0 h 6858000"/>
                <a:gd name="connsiteX0" fmla="*/ 2866768 w 9355800"/>
                <a:gd name="connsiteY0" fmla="*/ 0 h 6874475"/>
                <a:gd name="connsiteX1" fmla="*/ 9355800 w 9355800"/>
                <a:gd name="connsiteY1" fmla="*/ 8021 h 6874475"/>
                <a:gd name="connsiteX2" fmla="*/ 4005758 w 9355800"/>
                <a:gd name="connsiteY2" fmla="*/ 6858000 h 6874475"/>
                <a:gd name="connsiteX3" fmla="*/ 0 w 9355800"/>
                <a:gd name="connsiteY3" fmla="*/ 6874475 h 6874475"/>
                <a:gd name="connsiteX4" fmla="*/ 2866768 w 9355800"/>
                <a:gd name="connsiteY4" fmla="*/ 0 h 6874475"/>
                <a:gd name="connsiteX0" fmla="*/ 2866768 w 9355800"/>
                <a:gd name="connsiteY0" fmla="*/ 0 h 6858000"/>
                <a:gd name="connsiteX1" fmla="*/ 9355800 w 9355800"/>
                <a:gd name="connsiteY1" fmla="*/ 8021 h 6858000"/>
                <a:gd name="connsiteX2" fmla="*/ 4005758 w 9355800"/>
                <a:gd name="connsiteY2" fmla="*/ 6858000 h 6858000"/>
                <a:gd name="connsiteX3" fmla="*/ 0 w 9355800"/>
                <a:gd name="connsiteY3" fmla="*/ 6841524 h 6858000"/>
                <a:gd name="connsiteX4" fmla="*/ 2866768 w 9355800"/>
                <a:gd name="connsiteY4" fmla="*/ 0 h 6858000"/>
                <a:gd name="connsiteX0" fmla="*/ 2850292 w 9339324"/>
                <a:gd name="connsiteY0" fmla="*/ 0 h 6858000"/>
                <a:gd name="connsiteX1" fmla="*/ 9339324 w 9339324"/>
                <a:gd name="connsiteY1" fmla="*/ 8021 h 6858000"/>
                <a:gd name="connsiteX2" fmla="*/ 3989282 w 9339324"/>
                <a:gd name="connsiteY2" fmla="*/ 6858000 h 6858000"/>
                <a:gd name="connsiteX3" fmla="*/ 0 w 9339324"/>
                <a:gd name="connsiteY3" fmla="*/ 6849761 h 6858000"/>
                <a:gd name="connsiteX4" fmla="*/ 2850292 w 9339324"/>
                <a:gd name="connsiteY4" fmla="*/ 0 h 6858000"/>
                <a:gd name="connsiteX0" fmla="*/ 0 w 9339324"/>
                <a:gd name="connsiteY0" fmla="*/ 8455 h 6849979"/>
                <a:gd name="connsiteX1" fmla="*/ 9339324 w 9339324"/>
                <a:gd name="connsiteY1" fmla="*/ 0 h 6849979"/>
                <a:gd name="connsiteX2" fmla="*/ 3989282 w 9339324"/>
                <a:gd name="connsiteY2" fmla="*/ 6849979 h 6849979"/>
                <a:gd name="connsiteX3" fmla="*/ 0 w 9339324"/>
                <a:gd name="connsiteY3" fmla="*/ 6841740 h 6849979"/>
                <a:gd name="connsiteX4" fmla="*/ 0 w 9339324"/>
                <a:gd name="connsiteY4" fmla="*/ 8455 h 6849979"/>
                <a:gd name="connsiteX0" fmla="*/ 0 w 9347562"/>
                <a:gd name="connsiteY0" fmla="*/ 218 h 6849979"/>
                <a:gd name="connsiteX1" fmla="*/ 9347562 w 9347562"/>
                <a:gd name="connsiteY1" fmla="*/ 0 h 6849979"/>
                <a:gd name="connsiteX2" fmla="*/ 3997520 w 9347562"/>
                <a:gd name="connsiteY2" fmla="*/ 6849979 h 6849979"/>
                <a:gd name="connsiteX3" fmla="*/ 8238 w 9347562"/>
                <a:gd name="connsiteY3" fmla="*/ 6841740 h 6849979"/>
                <a:gd name="connsiteX4" fmla="*/ 0 w 9347562"/>
                <a:gd name="connsiteY4" fmla="*/ 218 h 6849979"/>
                <a:gd name="connsiteX0" fmla="*/ 0 w 9347562"/>
                <a:gd name="connsiteY0" fmla="*/ 218 h 6849979"/>
                <a:gd name="connsiteX1" fmla="*/ 9347562 w 9347562"/>
                <a:gd name="connsiteY1" fmla="*/ 0 h 6849979"/>
                <a:gd name="connsiteX2" fmla="*/ 3997520 w 9347562"/>
                <a:gd name="connsiteY2" fmla="*/ 6849979 h 6849979"/>
                <a:gd name="connsiteX3" fmla="*/ 8238 w 9347562"/>
                <a:gd name="connsiteY3" fmla="*/ 6849969 h 6849979"/>
                <a:gd name="connsiteX4" fmla="*/ 0 w 9347562"/>
                <a:gd name="connsiteY4" fmla="*/ 218 h 68499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47562" h="6849979">
                  <a:moveTo>
                    <a:pt x="0" y="218"/>
                  </a:moveTo>
                  <a:lnTo>
                    <a:pt x="9347562" y="0"/>
                  </a:lnTo>
                  <a:lnTo>
                    <a:pt x="3997520" y="6849979"/>
                  </a:lnTo>
                  <a:lnTo>
                    <a:pt x="8238" y="6849969"/>
                  </a:lnTo>
                  <a:lnTo>
                    <a:pt x="0" y="218"/>
                  </a:lnTo>
                  <a:close/>
                </a:path>
              </a:pathLst>
            </a:cu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9" name="Freeform 8"/>
            <p:cNvSpPr/>
            <p:nvPr/>
          </p:nvSpPr>
          <p:spPr>
            <a:xfrm>
              <a:off x="4845136" y="2466975"/>
              <a:ext cx="2695575" cy="3124200"/>
            </a:xfrm>
            <a:custGeom>
              <a:avLst/>
              <a:gdLst>
                <a:gd name="connsiteX0" fmla="*/ 2514600 w 2695575"/>
                <a:gd name="connsiteY0" fmla="*/ 0 h 3124200"/>
                <a:gd name="connsiteX1" fmla="*/ 2695575 w 2695575"/>
                <a:gd name="connsiteY1" fmla="*/ 19050 h 3124200"/>
                <a:gd name="connsiteX2" fmla="*/ 200025 w 2695575"/>
                <a:gd name="connsiteY2" fmla="*/ 3124200 h 3124200"/>
                <a:gd name="connsiteX3" fmla="*/ 0 w 2695575"/>
                <a:gd name="connsiteY3" fmla="*/ 3124200 h 3124200"/>
                <a:gd name="connsiteX4" fmla="*/ 2514600 w 2695575"/>
                <a:gd name="connsiteY4" fmla="*/ 0 h 3124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95575" h="3124200">
                  <a:moveTo>
                    <a:pt x="2514600" y="0"/>
                  </a:moveTo>
                  <a:lnTo>
                    <a:pt x="2695575" y="19050"/>
                  </a:lnTo>
                  <a:lnTo>
                    <a:pt x="200025" y="3124200"/>
                  </a:lnTo>
                  <a:lnTo>
                    <a:pt x="0" y="3124200"/>
                  </a:lnTo>
                  <a:lnTo>
                    <a:pt x="2514600" y="0"/>
                  </a:lnTo>
                  <a:close/>
                </a:path>
              </a:pathLst>
            </a:custGeom>
            <a:gradFill>
              <a:gsLst>
                <a:gs pos="0">
                  <a:srgbClr val="E97225"/>
                </a:gs>
                <a:gs pos="100000">
                  <a:srgbClr val="E65925"/>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grpSp>
      <p:pic>
        <p:nvPicPr>
          <p:cNvPr id="10" name="Picture 9"/>
          <p:cNvPicPr>
            <a:picLocks noChangeAspect="1"/>
          </p:cNvPicPr>
          <p:nvPr userDrawn="1"/>
        </p:nvPicPr>
        <p:blipFill>
          <a:blip r:embed="rId3"/>
          <a:stretch>
            <a:fillRect/>
          </a:stretch>
        </p:blipFill>
        <p:spPr>
          <a:xfrm>
            <a:off x="503982" y="488140"/>
            <a:ext cx="3877519" cy="809065"/>
          </a:xfrm>
          <a:prstGeom prst="rect">
            <a:avLst/>
          </a:prstGeom>
        </p:spPr>
      </p:pic>
      <p:sp>
        <p:nvSpPr>
          <p:cNvPr id="11" name="TextBox 10"/>
          <p:cNvSpPr txBox="1"/>
          <p:nvPr userDrawn="1"/>
        </p:nvSpPr>
        <p:spPr>
          <a:xfrm>
            <a:off x="503981" y="3297372"/>
            <a:ext cx="5495603" cy="923330"/>
          </a:xfrm>
          <a:prstGeom prst="rect">
            <a:avLst/>
          </a:prstGeom>
          <a:noFill/>
        </p:spPr>
        <p:txBody>
          <a:bodyPr wrap="square" rtlCol="0">
            <a:spAutoFit/>
          </a:bodyPr>
          <a:lstStyle/>
          <a:p>
            <a:r>
              <a:rPr lang="en-US" sz="5400">
                <a:solidFill>
                  <a:prstClr val="white"/>
                </a:solidFill>
                <a:latin typeface="Poppins" panose="02000000000000000000" pitchFamily="2" charset="0"/>
                <a:cs typeface="Poppins" panose="02000000000000000000" pitchFamily="2" charset="0"/>
              </a:rPr>
              <a:t>THANK YOU</a:t>
            </a:r>
          </a:p>
        </p:txBody>
      </p:sp>
    </p:spTree>
    <p:extLst>
      <p:ext uri="{BB962C8B-B14F-4D97-AF65-F5344CB8AC3E}">
        <p14:creationId xmlns:p14="http://schemas.microsoft.com/office/powerpoint/2010/main" val="3292862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tangle 8"/>
          <p:cNvSpPr/>
          <p:nvPr/>
        </p:nvSpPr>
        <p:spPr>
          <a:xfrm>
            <a:off x="0" y="0"/>
            <a:ext cx="12192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8" name="Rounded Rectangle 7"/>
          <p:cNvSpPr/>
          <p:nvPr/>
        </p:nvSpPr>
        <p:spPr>
          <a:xfrm>
            <a:off x="85344" y="69755"/>
            <a:ext cx="12017829" cy="6693408"/>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2" name="Title Placeholder 21"/>
          <p:cNvSpPr>
            <a:spLocks noGrp="1"/>
          </p:cNvSpPr>
          <p:nvPr>
            <p:ph type="title"/>
          </p:nvPr>
        </p:nvSpPr>
        <p:spPr>
          <a:xfrm>
            <a:off x="1219200" y="274638"/>
            <a:ext cx="10363200" cy="1143000"/>
          </a:xfrm>
          <a:prstGeom prst="rect">
            <a:avLst/>
          </a:prstGeom>
        </p:spPr>
        <p:txBody>
          <a:bodyPr bIns="91440" anchor="b" anchorCtr="0">
            <a:normAutofit/>
          </a:bodyPr>
          <a:lstStyle/>
          <a:p>
            <a:r>
              <a:rPr kumimoji="0" lang="en-US"/>
              <a:t>Click to edit Master title style</a:t>
            </a:r>
          </a:p>
        </p:txBody>
      </p:sp>
      <p:sp>
        <p:nvSpPr>
          <p:cNvPr id="13" name="Text Placeholder 12"/>
          <p:cNvSpPr>
            <a:spLocks noGrp="1"/>
          </p:cNvSpPr>
          <p:nvPr>
            <p:ph type="body" idx="1"/>
          </p:nvPr>
        </p:nvSpPr>
        <p:spPr>
          <a:xfrm>
            <a:off x="1219200" y="1447800"/>
            <a:ext cx="10363200" cy="4572000"/>
          </a:xfrm>
          <a:prstGeom prst="rect">
            <a:avLst/>
          </a:prstGeom>
        </p:spPr>
        <p:txBody>
          <a:bodyPr>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229600" y="6191250"/>
            <a:ext cx="3302000" cy="476250"/>
          </a:xfrm>
          <a:prstGeom prst="rect">
            <a:avLst/>
          </a:prstGeom>
        </p:spPr>
        <p:txBody>
          <a:bodyPr anchor="ctr" anchorCtr="0"/>
          <a:lstStyle>
            <a:lvl1pPr algn="r" eaLnBrk="1" latinLnBrk="0" hangingPunct="1">
              <a:defRPr kumimoji="0" sz="1400">
                <a:solidFill>
                  <a:schemeClr val="tx2"/>
                </a:solidFill>
              </a:defRPr>
            </a:lvl1pPr>
          </a:lstStyle>
          <a:p>
            <a:fld id="{A1899A70-3933-4DBF-90EF-BA548142E849}" type="datetimeFigureOut">
              <a:rPr lang="en-IN" smtClean="0"/>
              <a:t>09-05-2019</a:t>
            </a:fld>
            <a:endParaRPr lang="en-IN"/>
          </a:p>
        </p:txBody>
      </p:sp>
      <p:sp>
        <p:nvSpPr>
          <p:cNvPr id="3" name="Footer Placeholder 2"/>
          <p:cNvSpPr>
            <a:spLocks noGrp="1"/>
          </p:cNvSpPr>
          <p:nvPr>
            <p:ph type="ftr" sz="quarter" idx="3"/>
          </p:nvPr>
        </p:nvSpPr>
        <p:spPr>
          <a:xfrm>
            <a:off x="1219200" y="6172200"/>
            <a:ext cx="5283200" cy="457200"/>
          </a:xfrm>
          <a:prstGeom prst="rect">
            <a:avLst/>
          </a:prstGeom>
        </p:spPr>
        <p:txBody>
          <a:bodyPr anchor="ctr" anchorCtr="0"/>
          <a:lstStyle>
            <a:lvl1pPr eaLnBrk="1" latinLnBrk="0" hangingPunct="1">
              <a:defRPr kumimoji="0" sz="1400">
                <a:solidFill>
                  <a:schemeClr val="tx2"/>
                </a:solidFill>
              </a:defRPr>
            </a:lvl1pPr>
          </a:lstStyle>
          <a:p>
            <a:endParaRPr lang="en-IN"/>
          </a:p>
        </p:txBody>
      </p:sp>
      <p:sp>
        <p:nvSpPr>
          <p:cNvPr id="23" name="Slide Number Placeholder 22"/>
          <p:cNvSpPr>
            <a:spLocks noGrp="1"/>
          </p:cNvSpPr>
          <p:nvPr>
            <p:ph type="sldNum" sz="quarter" idx="4"/>
          </p:nvPr>
        </p:nvSpPr>
        <p:spPr>
          <a:xfrm>
            <a:off x="195072" y="6210300"/>
            <a:ext cx="609600" cy="457200"/>
          </a:xfrm>
          <a:prstGeom prst="ellipse">
            <a:avLst/>
          </a:prstGeom>
          <a:solidFill>
            <a:schemeClr val="accent1"/>
          </a:solidFill>
        </p:spPr>
        <p:txBody>
          <a:bodyPr wrap="none" lIns="0" tIns="0" rIns="0" bIns="0" anchor="ctr" anchorCtr="1">
            <a:noAutofit/>
          </a:bodyPr>
          <a:lstStyle>
            <a:lvl1pPr algn="ctr" eaLnBrk="1" latinLnBrk="0" hangingPunct="1">
              <a:defRPr kumimoji="0" sz="1400">
                <a:solidFill>
                  <a:srgbClr val="FFFFFF"/>
                </a:solidFill>
                <a:latin typeface="+mj-lt"/>
                <a:ea typeface="+mj-ea"/>
                <a:cs typeface="+mj-cs"/>
              </a:defRPr>
            </a:lvl1pPr>
          </a:lstStyle>
          <a:p>
            <a:fld id="{300C0149-F25E-4258-9874-E37679DDFFC2}" type="slidenum">
              <a:rPr lang="en-IN" smtClean="0"/>
              <a:t>‹#›</a:t>
            </a:fld>
            <a:endParaRPr lang="en-IN"/>
          </a:p>
        </p:txBody>
      </p:sp>
    </p:spTree>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Lst>
  <p:txStyles>
    <p:titleStyle>
      <a:lvl1pPr algn="l" rtl="0" eaLnBrk="1" latinLnBrk="0" hangingPunct="1">
        <a:spcBef>
          <a:spcPct val="0"/>
        </a:spcBef>
        <a:buNone/>
        <a:defRPr kumimoji="0" sz="4000" kern="1200">
          <a:solidFill>
            <a:schemeClr val="tx2"/>
          </a:solidFill>
          <a:latin typeface="+mj-lt"/>
          <a:ea typeface="+mj-ea"/>
          <a:cs typeface="+mj-cs"/>
        </a:defRPr>
      </a:lvl1pPr>
    </p:titleStyle>
    <p:bodyStyle>
      <a:lvl1pPr marL="274320" indent="-274320" algn="l" rtl="0" eaLnBrk="1" latinLnBrk="0" hangingPunct="1">
        <a:spcBef>
          <a:spcPts val="580"/>
        </a:spcBef>
        <a:buClr>
          <a:schemeClr val="accent1"/>
        </a:buClr>
        <a:buSzPct val="85000"/>
        <a:buFont typeface="Wingdings 2"/>
        <a:buChar char=""/>
        <a:defRPr kumimoji="0" sz="2600" kern="1200">
          <a:solidFill>
            <a:schemeClr val="tx1"/>
          </a:solidFill>
          <a:latin typeface="+mn-lt"/>
          <a:ea typeface="+mn-ea"/>
          <a:cs typeface="+mn-cs"/>
        </a:defRPr>
      </a:lvl1pPr>
      <a:lvl2pPr marL="548640" indent="-228600" algn="l" rtl="0" eaLnBrk="1" latinLnBrk="0" hangingPunct="1">
        <a:spcBef>
          <a:spcPts val="370"/>
        </a:spcBef>
        <a:buClr>
          <a:schemeClr val="accent2"/>
        </a:buClr>
        <a:buSzPct val="85000"/>
        <a:buFont typeface="Wingdings 2"/>
        <a:buChar char=""/>
        <a:defRPr kumimoji="0" sz="2400" kern="1200">
          <a:solidFill>
            <a:schemeClr val="tx1"/>
          </a:solidFill>
          <a:latin typeface="+mn-lt"/>
          <a:ea typeface="+mn-ea"/>
          <a:cs typeface="+mn-cs"/>
        </a:defRPr>
      </a:lvl2pPr>
      <a:lvl3pPr marL="822960" indent="-228600" algn="l" rtl="0" eaLnBrk="1" latinLnBrk="0" hangingPunct="1">
        <a:spcBef>
          <a:spcPts val="370"/>
        </a:spcBef>
        <a:buClr>
          <a:schemeClr val="accent1">
            <a:tint val="60000"/>
          </a:schemeClr>
        </a:buClr>
        <a:buSzPct val="8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ts val="370"/>
        </a:spcBef>
        <a:buClr>
          <a:schemeClr val="accent3"/>
        </a:buClr>
        <a:buSzPct val="80000"/>
        <a:buFont typeface="Wingdings 2"/>
        <a:buChar char=""/>
        <a:defRPr kumimoji="0" sz="2000" kern="1200">
          <a:solidFill>
            <a:schemeClr val="tx1"/>
          </a:solidFill>
          <a:latin typeface="+mn-lt"/>
          <a:ea typeface="+mn-ea"/>
          <a:cs typeface="+mn-cs"/>
        </a:defRPr>
      </a:lvl4pPr>
      <a:lvl5pPr marL="1371600" indent="-228600" algn="l" rtl="0" eaLnBrk="1" latinLnBrk="0" hangingPunct="1">
        <a:spcBef>
          <a:spcPts val="370"/>
        </a:spcBef>
        <a:buClr>
          <a:schemeClr val="accent3"/>
        </a:buClr>
        <a:buFontTx/>
        <a:buChar char="o"/>
        <a:defRPr kumimoji="0" sz="2000" kern="1200">
          <a:solidFill>
            <a:schemeClr val="tx1"/>
          </a:solidFill>
          <a:latin typeface="+mn-lt"/>
          <a:ea typeface="+mn-ea"/>
          <a:cs typeface="+mn-cs"/>
        </a:defRPr>
      </a:lvl5pPr>
      <a:lvl6pPr marL="1645920" indent="-228600" algn="l" rtl="0" eaLnBrk="1" latinLnBrk="0" hangingPunct="1">
        <a:spcBef>
          <a:spcPts val="370"/>
        </a:spcBef>
        <a:buClr>
          <a:schemeClr val="accent3"/>
        </a:buClr>
        <a:buChar char="•"/>
        <a:defRPr kumimoji="0" sz="1800" kern="1200" baseline="0">
          <a:solidFill>
            <a:schemeClr val="tx1"/>
          </a:solidFill>
          <a:latin typeface="+mn-lt"/>
          <a:ea typeface="+mn-ea"/>
          <a:cs typeface="+mn-cs"/>
        </a:defRPr>
      </a:lvl6pPr>
      <a:lvl7pPr marL="1920240" indent="-228600" algn="l" rtl="0" eaLnBrk="1" latinLnBrk="0" hangingPunct="1">
        <a:spcBef>
          <a:spcPts val="370"/>
        </a:spcBef>
        <a:buClr>
          <a:schemeClr val="accent2"/>
        </a:buClr>
        <a:buChar char="•"/>
        <a:defRPr kumimoji="0" sz="1800" kern="1200">
          <a:solidFill>
            <a:schemeClr val="tx1"/>
          </a:solidFill>
          <a:latin typeface="+mn-lt"/>
          <a:ea typeface="+mn-ea"/>
          <a:cs typeface="+mn-cs"/>
        </a:defRPr>
      </a:lvl7pPr>
      <a:lvl8pPr marL="2194560" indent="-228600" algn="l" rtl="0" eaLnBrk="1" latinLnBrk="0" hangingPunct="1">
        <a:spcBef>
          <a:spcPts val="370"/>
        </a:spcBef>
        <a:buClr>
          <a:schemeClr val="accent1">
            <a:tint val="60000"/>
          </a:schemeClr>
        </a:buClr>
        <a:buChar char="•"/>
        <a:defRPr kumimoji="0" sz="1800" kern="1200">
          <a:solidFill>
            <a:schemeClr val="tx1"/>
          </a:solidFill>
          <a:latin typeface="+mn-lt"/>
          <a:ea typeface="+mn-ea"/>
          <a:cs typeface="+mn-cs"/>
        </a:defRPr>
      </a:lvl8pPr>
      <a:lvl9pPr marL="2468880" indent="-228600" algn="l" rtl="0" eaLnBrk="1" latinLnBrk="0" hangingPunct="1">
        <a:spcBef>
          <a:spcPts val="370"/>
        </a:spcBef>
        <a:buClr>
          <a:schemeClr val="accent2">
            <a:tint val="60000"/>
          </a:schemeClr>
        </a:buClr>
        <a:buChar char="•"/>
        <a:defRPr kumimoji="0" sz="18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jmlr.org/proceedings/papers/v28/denil13-supp.pdf"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7233" y="4829908"/>
            <a:ext cx="8557847" cy="1873742"/>
          </a:xfrm>
        </p:spPr>
        <p:txBody>
          <a:bodyPr>
            <a:normAutofit fontScale="90000"/>
          </a:bodyPr>
          <a:lstStyle/>
          <a:p>
            <a:br>
              <a:rPr lang="en-IN" dirty="0">
                <a:solidFill>
                  <a:schemeClr val="tx1"/>
                </a:solidFill>
                <a:latin typeface="Arial" panose="020B0604020202020204" pitchFamily="34" charset="0"/>
                <a:cs typeface="Arial" panose="020B0604020202020204" pitchFamily="34" charset="0"/>
              </a:rPr>
            </a:br>
            <a:br>
              <a:rPr lang="en-IN" dirty="0">
                <a:solidFill>
                  <a:schemeClr val="tx1"/>
                </a:solidFill>
                <a:latin typeface="Arial" panose="020B0604020202020204" pitchFamily="34" charset="0"/>
                <a:cs typeface="Arial" panose="020B0604020202020204" pitchFamily="34" charset="0"/>
              </a:rPr>
            </a:br>
            <a:br>
              <a:rPr lang="en-IN" dirty="0">
                <a:solidFill>
                  <a:schemeClr val="tx1"/>
                </a:solidFill>
                <a:latin typeface="Arial" panose="020B0604020202020204" pitchFamily="34" charset="0"/>
                <a:cs typeface="Arial" panose="020B0604020202020204" pitchFamily="34" charset="0"/>
              </a:rPr>
            </a:br>
            <a:r>
              <a:rPr lang="en-IN" dirty="0">
                <a:solidFill>
                  <a:schemeClr val="tx1"/>
                </a:solidFill>
                <a:latin typeface="Arial" panose="020B0604020202020204" pitchFamily="34" charset="0"/>
                <a:cs typeface="Arial" panose="020B0604020202020204" pitchFamily="34" charset="0"/>
              </a:rPr>
              <a:t>Name   : BARUN KUMAR</a:t>
            </a:r>
            <a:br>
              <a:rPr lang="en-IN" dirty="0">
                <a:solidFill>
                  <a:schemeClr val="tx1"/>
                </a:solidFill>
                <a:latin typeface="Arial" panose="020B0604020202020204" pitchFamily="34" charset="0"/>
                <a:cs typeface="Arial" panose="020B0604020202020204" pitchFamily="34" charset="0"/>
              </a:rPr>
            </a:br>
            <a:r>
              <a:rPr lang="en-IN" dirty="0">
                <a:solidFill>
                  <a:schemeClr val="tx1"/>
                </a:solidFill>
                <a:latin typeface="Arial" panose="020B0604020202020204" pitchFamily="34" charset="0"/>
                <a:cs typeface="Arial" panose="020B0604020202020204" pitchFamily="34" charset="0"/>
              </a:rPr>
              <a:t>Roll no. : 18125760015</a:t>
            </a:r>
          </a:p>
        </p:txBody>
      </p:sp>
      <p:sp>
        <p:nvSpPr>
          <p:cNvPr id="2" name="TextBox 1"/>
          <p:cNvSpPr txBox="1"/>
          <p:nvPr/>
        </p:nvSpPr>
        <p:spPr>
          <a:xfrm>
            <a:off x="287383" y="195944"/>
            <a:ext cx="4650379" cy="707886"/>
          </a:xfrm>
          <a:prstGeom prst="rect">
            <a:avLst/>
          </a:prstGeom>
          <a:noFill/>
        </p:spPr>
        <p:txBody>
          <a:bodyPr wrap="square" rtlCol="0">
            <a:spAutoFit/>
          </a:bodyPr>
          <a:lstStyle/>
          <a:p>
            <a:r>
              <a:rPr lang="en-IN" sz="4000" b="1" dirty="0">
                <a:latin typeface="Arial" panose="020B0604020202020204" pitchFamily="34" charset="0"/>
                <a:cs typeface="Arial" panose="020B0604020202020204" pitchFamily="34" charset="0"/>
              </a:rPr>
              <a:t>Mid Term Report</a:t>
            </a:r>
          </a:p>
        </p:txBody>
      </p:sp>
    </p:spTree>
    <p:extLst>
      <p:ext uri="{BB962C8B-B14F-4D97-AF65-F5344CB8AC3E}">
        <p14:creationId xmlns:p14="http://schemas.microsoft.com/office/powerpoint/2010/main" val="40250592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31143" y="1450769"/>
            <a:ext cx="10554574" cy="3341229"/>
          </a:xfrm>
        </p:spPr>
        <p:txBody>
          <a:bodyPr>
            <a:normAutofit/>
          </a:bodyPr>
          <a:lstStyle/>
          <a:p>
            <a:pPr marL="0" indent="0">
              <a:buNone/>
            </a:pPr>
            <a:r>
              <a:rPr lang="en-US" sz="8000" b="1" dirty="0">
                <a:latin typeface="Arial Black" panose="020B0A04020102020204" pitchFamily="34" charset="0"/>
              </a:rPr>
              <a:t>Default of Credit        Card Clients</a:t>
            </a:r>
            <a:endParaRPr lang="en-US" sz="8000" dirty="0">
              <a:latin typeface="Arial Black" panose="020B0A04020102020204" pitchFamily="34" charset="0"/>
            </a:endParaRPr>
          </a:p>
        </p:txBody>
      </p:sp>
    </p:spTree>
    <p:extLst>
      <p:ext uri="{BB962C8B-B14F-4D97-AF65-F5344CB8AC3E}">
        <p14:creationId xmlns:p14="http://schemas.microsoft.com/office/powerpoint/2010/main" val="12934318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1262" y="447188"/>
            <a:ext cx="10930736" cy="970450"/>
          </a:xfrm>
        </p:spPr>
        <p:txBody>
          <a:bodyPr/>
          <a:lstStyle/>
          <a:p>
            <a:r>
              <a:rPr lang="en-US" sz="5400" b="1" dirty="0">
                <a:latin typeface="Arial" panose="020B0604020202020204" pitchFamily="34" charset="0"/>
                <a:cs typeface="Arial" panose="020B0604020202020204" pitchFamily="34" charset="0"/>
              </a:rPr>
              <a:t>Problem</a:t>
            </a:r>
            <a:r>
              <a:rPr lang="en-US" sz="5400" dirty="0">
                <a:latin typeface="Arial" panose="020B0604020202020204" pitchFamily="34" charset="0"/>
                <a:cs typeface="Arial" panose="020B0604020202020204" pitchFamily="34" charset="0"/>
              </a:rPr>
              <a:t> </a:t>
            </a:r>
            <a:r>
              <a:rPr lang="en-US" sz="5400" b="1" dirty="0">
                <a:latin typeface="Arial" panose="020B0604020202020204" pitchFamily="34" charset="0"/>
                <a:cs typeface="Arial" panose="020B0604020202020204" pitchFamily="34" charset="0"/>
              </a:rPr>
              <a:t>Statement</a:t>
            </a:r>
          </a:p>
        </p:txBody>
      </p:sp>
      <p:sp>
        <p:nvSpPr>
          <p:cNvPr id="3" name="Content Placeholder 2"/>
          <p:cNvSpPr>
            <a:spLocks noGrp="1"/>
          </p:cNvSpPr>
          <p:nvPr>
            <p:ph idx="1"/>
          </p:nvPr>
        </p:nvSpPr>
        <p:spPr>
          <a:xfrm>
            <a:off x="296883" y="1488831"/>
            <a:ext cx="11507189" cy="5369168"/>
          </a:xfrm>
        </p:spPr>
        <p:txBody>
          <a:bodyPr>
            <a:normAutofit/>
          </a:bodyPr>
          <a:lstStyle/>
          <a:p>
            <a:r>
              <a:rPr lang="en-US" sz="2400" dirty="0">
                <a:latin typeface="Arial" panose="020B0604020202020204" pitchFamily="34" charset="0"/>
                <a:cs typeface="Arial" panose="020B0604020202020204" pitchFamily="34" charset="0"/>
              </a:rPr>
              <a:t>The problem finding the patterns in customer behaviors that help predicting if a customer have a chance of getting his credit card defaulted before the 6 months period. By applying the right algorithm and parameters we can get a prediction on the 5th month or even 4th month to know if the customer have high chance of getting his credit card defaulted</a:t>
            </a:r>
          </a:p>
          <a:p>
            <a:r>
              <a:rPr lang="en-US" sz="2400" dirty="0">
                <a:latin typeface="Arial" panose="020B0604020202020204" pitchFamily="34" charset="0"/>
                <a:cs typeface="Arial" panose="020B0604020202020204" pitchFamily="34" charset="0"/>
              </a:rPr>
              <a:t>This research aimed at the case of customers default payments in Taiwan and compares the predictive accuracy of probability of default among six data mining methods. </a:t>
            </a:r>
          </a:p>
        </p:txBody>
      </p:sp>
    </p:spTree>
    <p:extLst>
      <p:ext uri="{BB962C8B-B14F-4D97-AF65-F5344CB8AC3E}">
        <p14:creationId xmlns:p14="http://schemas.microsoft.com/office/powerpoint/2010/main" val="299648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5636" y="447188"/>
            <a:ext cx="10966362" cy="970450"/>
          </a:xfrm>
        </p:spPr>
        <p:txBody>
          <a:bodyPr/>
          <a:lstStyle/>
          <a:p>
            <a:r>
              <a:rPr lang="en-US" sz="5400" b="1" dirty="0">
                <a:latin typeface="Arial" panose="020B0604020202020204" pitchFamily="34" charset="0"/>
                <a:cs typeface="Arial" panose="020B0604020202020204" pitchFamily="34" charset="0"/>
              </a:rPr>
              <a:t>Business</a:t>
            </a:r>
            <a:r>
              <a:rPr lang="en-US" sz="5400" dirty="0">
                <a:latin typeface="Arial" panose="020B0604020202020204" pitchFamily="34" charset="0"/>
                <a:cs typeface="Arial" panose="020B0604020202020204" pitchFamily="34" charset="0"/>
              </a:rPr>
              <a:t> </a:t>
            </a:r>
            <a:r>
              <a:rPr lang="en-US" sz="5400" b="1" dirty="0">
                <a:latin typeface="Arial" panose="020B0604020202020204" pitchFamily="34" charset="0"/>
                <a:cs typeface="Arial" panose="020B0604020202020204" pitchFamily="34" charset="0"/>
              </a:rPr>
              <a:t>Understanding</a:t>
            </a:r>
          </a:p>
        </p:txBody>
      </p:sp>
      <p:sp>
        <p:nvSpPr>
          <p:cNvPr id="3" name="Content Placeholder 2"/>
          <p:cNvSpPr>
            <a:spLocks noGrp="1"/>
          </p:cNvSpPr>
          <p:nvPr>
            <p:ph idx="1"/>
          </p:nvPr>
        </p:nvSpPr>
        <p:spPr>
          <a:xfrm>
            <a:off x="320634" y="1477108"/>
            <a:ext cx="11871365" cy="5122984"/>
          </a:xfrm>
        </p:spPr>
        <p:txBody>
          <a:bodyPr>
            <a:normAutofit/>
          </a:bodyPr>
          <a:lstStyle/>
          <a:p>
            <a:r>
              <a:rPr lang="en-US" sz="2400" dirty="0">
                <a:latin typeface="Arial" panose="020B0604020202020204" pitchFamily="34" charset="0"/>
                <a:cs typeface="Arial" panose="020B0604020202020204" pitchFamily="34" charset="0"/>
              </a:rPr>
              <a:t>Banks consider the denial of credit applications to risky customers an important priority in order to avoid undesirable decisions and consequences, like granting a customer a credit limit increase to risky customers. For example, a customer who has skipped making the minimum payment for several months. In such case, the credit card should be set to default after the customer has failed to make a payment for 6 months in a row. A credit default is a credit status applied when a customer fails to make the minimum payment for 6 months.</a:t>
            </a:r>
          </a:p>
          <a:p>
            <a:r>
              <a:rPr lang="en-US" sz="2400" dirty="0">
                <a:latin typeface="Arial" panose="020B0604020202020204" pitchFamily="34" charset="0"/>
                <a:cs typeface="Arial" panose="020B0604020202020204" pitchFamily="34" charset="0"/>
              </a:rPr>
              <a:t>Risk Management is important field in Banking, and when we are talking about credit cards, credit risk management will be the first line of defense for any credit decision. Performing credit risk management correctly allows banks to minimize the risk associated with credit cards.</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397731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2031" y="274638"/>
            <a:ext cx="11160369" cy="1143000"/>
          </a:xfrm>
        </p:spPr>
        <p:txBody>
          <a:bodyPr/>
          <a:lstStyle/>
          <a:p>
            <a:r>
              <a:rPr lang="en-US" sz="5400" b="1" dirty="0">
                <a:latin typeface="Arial" panose="020B0604020202020204" pitchFamily="34" charset="0"/>
                <a:cs typeface="Arial" panose="020B0604020202020204" pitchFamily="34" charset="0"/>
              </a:rPr>
              <a:t>Approach</a:t>
            </a:r>
          </a:p>
        </p:txBody>
      </p:sp>
      <p:sp>
        <p:nvSpPr>
          <p:cNvPr id="3" name="Content Placeholder 2"/>
          <p:cNvSpPr>
            <a:spLocks noGrp="1"/>
          </p:cNvSpPr>
          <p:nvPr>
            <p:ph idx="1"/>
          </p:nvPr>
        </p:nvSpPr>
        <p:spPr>
          <a:xfrm>
            <a:off x="249382" y="1606061"/>
            <a:ext cx="11744696" cy="4937243"/>
          </a:xfrm>
        </p:spPr>
        <p:txBody>
          <a:bodyPr>
            <a:normAutofit/>
          </a:bodyPr>
          <a:lstStyle/>
          <a:p>
            <a:r>
              <a:rPr lang="en-US" sz="2400" dirty="0">
                <a:latin typeface="Arial" panose="020B0604020202020204" pitchFamily="34" charset="0"/>
                <a:cs typeface="Arial" panose="020B0604020202020204" pitchFamily="34" charset="0"/>
              </a:rPr>
              <a:t>The Goal is to train a model with the capability to minimize the risk by making predictions based on the dataset. </a:t>
            </a:r>
          </a:p>
          <a:p>
            <a:r>
              <a:rPr lang="en-US" sz="2400" dirty="0">
                <a:latin typeface="Arial" panose="020B0604020202020204" pitchFamily="34" charset="0"/>
                <a:cs typeface="Arial" panose="020B0604020202020204" pitchFamily="34" charset="0"/>
              </a:rPr>
              <a:t>The model predicts whether a late-paying customer will only be late for a limited duration (1 or 2 months), or if this customer is predicted not to make a payment at all. </a:t>
            </a:r>
          </a:p>
          <a:p>
            <a:r>
              <a:rPr lang="en-US" sz="2400" dirty="0">
                <a:latin typeface="Arial" panose="020B0604020202020204" pitchFamily="34" charset="0"/>
                <a:cs typeface="Arial" panose="020B0604020202020204" pitchFamily="34" charset="0"/>
              </a:rPr>
              <a:t>This makes it a classification problem.</a:t>
            </a:r>
          </a:p>
        </p:txBody>
      </p:sp>
    </p:spTree>
    <p:extLst>
      <p:ext uri="{BB962C8B-B14F-4D97-AF65-F5344CB8AC3E}">
        <p14:creationId xmlns:p14="http://schemas.microsoft.com/office/powerpoint/2010/main" val="25625447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6185" y="447188"/>
            <a:ext cx="11135813" cy="970450"/>
          </a:xfrm>
        </p:spPr>
        <p:txBody>
          <a:bodyPr/>
          <a:lstStyle/>
          <a:p>
            <a:r>
              <a:rPr lang="en-US" sz="5400" b="1" dirty="0">
                <a:latin typeface="Arial" panose="020B0604020202020204" pitchFamily="34" charset="0"/>
                <a:cs typeface="Arial" panose="020B0604020202020204" pitchFamily="34" charset="0"/>
              </a:rPr>
              <a:t>Data Understanding</a:t>
            </a:r>
          </a:p>
        </p:txBody>
      </p:sp>
      <p:sp>
        <p:nvSpPr>
          <p:cNvPr id="3" name="Content Placeholder 2"/>
          <p:cNvSpPr>
            <a:spLocks noGrp="1"/>
          </p:cNvSpPr>
          <p:nvPr>
            <p:ph idx="1"/>
          </p:nvPr>
        </p:nvSpPr>
        <p:spPr>
          <a:xfrm>
            <a:off x="142505" y="1570892"/>
            <a:ext cx="11946576" cy="5106999"/>
          </a:xfrm>
        </p:spPr>
        <p:txBody>
          <a:bodyPr>
            <a:noAutofit/>
          </a:bodyPr>
          <a:lstStyle/>
          <a:p>
            <a:r>
              <a:rPr lang="en-US" sz="2400" dirty="0">
                <a:latin typeface="Arial" panose="020B0604020202020204" pitchFamily="34" charset="0"/>
                <a:cs typeface="Arial" panose="020B0604020202020204" pitchFamily="34" charset="0"/>
              </a:rPr>
              <a:t>The dataset that will be used for this project is the “Default of Credit Card Clients Dataset. </a:t>
            </a:r>
          </a:p>
          <a:p>
            <a:r>
              <a:rPr lang="en-US" sz="2400" dirty="0">
                <a:latin typeface="Arial" panose="020B0604020202020204" pitchFamily="34" charset="0"/>
                <a:cs typeface="Arial" panose="020B0604020202020204" pitchFamily="34" charset="0"/>
              </a:rPr>
              <a:t>Dataset portrays information about a bank’s credit card clients along with their marital status, their balance limit, education, when they paid respective bill amounts.</a:t>
            </a:r>
          </a:p>
          <a:p>
            <a:r>
              <a:rPr lang="en-US" sz="2400" dirty="0">
                <a:latin typeface="Arial" panose="020B0604020202020204" pitchFamily="34" charset="0"/>
                <a:cs typeface="Arial" panose="020B0604020202020204" pitchFamily="34" charset="0"/>
              </a:rPr>
              <a:t>Size: 30000 instances, 23 predictors and a response variable.</a:t>
            </a:r>
          </a:p>
          <a:p>
            <a:r>
              <a:rPr lang="en-US" sz="2400" dirty="0">
                <a:latin typeface="Arial" panose="020B0604020202020204" pitchFamily="34" charset="0"/>
                <a:cs typeface="Arial" panose="020B0604020202020204" pitchFamily="34" charset="0"/>
              </a:rPr>
              <a:t>No missing values</a:t>
            </a:r>
          </a:p>
          <a:p>
            <a:r>
              <a:rPr lang="en-US" sz="2400" dirty="0">
                <a:latin typeface="Arial" panose="020B0604020202020204" pitchFamily="34" charset="0"/>
                <a:cs typeface="Arial" panose="020B0604020202020204" pitchFamily="34" charset="0"/>
              </a:rPr>
              <a:t>Error in the naming of variable Pay_0, it was changed to Pay_1</a:t>
            </a:r>
          </a:p>
          <a:p>
            <a:r>
              <a:rPr lang="en-US" sz="2400" dirty="0">
                <a:latin typeface="Arial" panose="020B0604020202020204" pitchFamily="34" charset="0"/>
                <a:cs typeface="Arial" panose="020B0604020202020204" pitchFamily="34" charset="0"/>
              </a:rPr>
              <a:t>Certain numeric attributes were converted to nominal.</a:t>
            </a:r>
          </a:p>
          <a:p>
            <a:pPr marL="400050" lvl="1" indent="0">
              <a:buNone/>
            </a:pPr>
            <a:r>
              <a:rPr lang="en-US" dirty="0">
                <a:latin typeface="Arial" panose="020B0604020202020204" pitchFamily="34" charset="0"/>
                <a:cs typeface="Arial" panose="020B0604020202020204" pitchFamily="34" charset="0"/>
              </a:rPr>
              <a:t>Nominal attributes include: SEX, EDUCATION, MARRIAGE, PAY_1 to Pay_6 &amp; default payment next month</a:t>
            </a:r>
          </a:p>
          <a:p>
            <a:r>
              <a:rPr lang="en-US" sz="2400" dirty="0">
                <a:latin typeface="Arial" panose="020B0604020202020204" pitchFamily="34" charset="0"/>
                <a:cs typeface="Arial" panose="020B0604020202020204" pitchFamily="34" charset="0"/>
              </a:rPr>
              <a:t>In the education variable, the values ‘0,4,5,6’ are combined to one value as value ‘4’</a:t>
            </a:r>
          </a:p>
        </p:txBody>
      </p:sp>
    </p:spTree>
    <p:extLst>
      <p:ext uri="{BB962C8B-B14F-4D97-AF65-F5344CB8AC3E}">
        <p14:creationId xmlns:p14="http://schemas.microsoft.com/office/powerpoint/2010/main" val="784337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127" y="164123"/>
            <a:ext cx="11970327" cy="6604812"/>
          </a:xfrm>
        </p:spPr>
        <p:txBody>
          <a:bodyPr>
            <a:normAutofit/>
          </a:bodyPr>
          <a:lstStyle/>
          <a:p>
            <a:r>
              <a:rPr lang="en-US" sz="2400" dirty="0">
                <a:latin typeface="Arial" panose="020B0604020202020204" pitchFamily="34" charset="0"/>
                <a:cs typeface="Arial" panose="020B0604020202020204" pitchFamily="34" charset="0"/>
              </a:rPr>
              <a:t>This research employed a binary variable, default payment (Yes = 1, No = 0), as the response variable. This study reviewed the literature and used the following 23 variables as explanatory variables: </a:t>
            </a:r>
          </a:p>
          <a:p>
            <a:r>
              <a:rPr lang="en-US" sz="2400" dirty="0">
                <a:latin typeface="Arial" panose="020B0604020202020204" pitchFamily="34" charset="0"/>
                <a:cs typeface="Arial" panose="020B0604020202020204" pitchFamily="34" charset="0"/>
              </a:rPr>
              <a:t>X1: Amount of the given credit (NT dollar): it includes both the individual consumer credit and his/her family (supplementary) credit. </a:t>
            </a:r>
          </a:p>
          <a:p>
            <a:r>
              <a:rPr lang="en-US" sz="2400" dirty="0">
                <a:latin typeface="Arial" panose="020B0604020202020204" pitchFamily="34" charset="0"/>
                <a:cs typeface="Arial" panose="020B0604020202020204" pitchFamily="34" charset="0"/>
              </a:rPr>
              <a:t>X2: Gender (1 = male; 2 = female). </a:t>
            </a:r>
          </a:p>
          <a:p>
            <a:r>
              <a:rPr lang="en-US" sz="2400" dirty="0">
                <a:latin typeface="Arial" panose="020B0604020202020204" pitchFamily="34" charset="0"/>
                <a:cs typeface="Arial" panose="020B0604020202020204" pitchFamily="34" charset="0"/>
              </a:rPr>
              <a:t>X3: Education (1 = graduate school; 2 = university; 3 = high school; 4 = others). </a:t>
            </a:r>
          </a:p>
          <a:p>
            <a:r>
              <a:rPr lang="en-US" sz="2400" dirty="0">
                <a:latin typeface="Arial" panose="020B0604020202020204" pitchFamily="34" charset="0"/>
                <a:cs typeface="Arial" panose="020B0604020202020204" pitchFamily="34" charset="0"/>
              </a:rPr>
              <a:t>X4: Marital status (1 = married; 2 = single; 3 = others). </a:t>
            </a:r>
          </a:p>
          <a:p>
            <a:r>
              <a:rPr lang="en-US" sz="2400" dirty="0">
                <a:latin typeface="Arial" panose="020B0604020202020204" pitchFamily="34" charset="0"/>
                <a:cs typeface="Arial" panose="020B0604020202020204" pitchFamily="34" charset="0"/>
              </a:rPr>
              <a:t>X5: Age (year). </a:t>
            </a:r>
          </a:p>
        </p:txBody>
      </p:sp>
    </p:spTree>
    <p:extLst>
      <p:ext uri="{BB962C8B-B14F-4D97-AF65-F5344CB8AC3E}">
        <p14:creationId xmlns:p14="http://schemas.microsoft.com/office/powerpoint/2010/main" val="4680849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199293"/>
            <a:ext cx="12192000" cy="6658708"/>
          </a:xfrm>
        </p:spPr>
        <p:txBody>
          <a:bodyPr>
            <a:normAutofit/>
          </a:bodyPr>
          <a:lstStyle/>
          <a:p>
            <a:r>
              <a:rPr lang="en-US" sz="2400" dirty="0">
                <a:latin typeface="Arial" panose="020B0604020202020204" pitchFamily="34" charset="0"/>
                <a:cs typeface="Arial" panose="020B0604020202020204" pitchFamily="34" charset="0"/>
              </a:rPr>
              <a:t>X6 - X11: History of past payment. We tracked the past monthly payment records (from April to September, 2005) as follows: </a:t>
            </a:r>
          </a:p>
          <a:p>
            <a:pPr marL="274320" lvl="1" indent="0">
              <a:buNone/>
            </a:pPr>
            <a:r>
              <a:rPr lang="en-US" dirty="0">
                <a:latin typeface="Arial" panose="020B0604020202020204" pitchFamily="34" charset="0"/>
                <a:cs typeface="Arial" panose="020B0604020202020204" pitchFamily="34" charset="0"/>
              </a:rPr>
              <a:t>X6 = the repayment status in September, 2005; </a:t>
            </a:r>
          </a:p>
          <a:p>
            <a:pPr marL="274320" lvl="1" indent="0">
              <a:buNone/>
            </a:pPr>
            <a:r>
              <a:rPr lang="en-US" dirty="0">
                <a:latin typeface="Arial" panose="020B0604020202020204" pitchFamily="34" charset="0"/>
                <a:cs typeface="Arial" panose="020B0604020202020204" pitchFamily="34" charset="0"/>
              </a:rPr>
              <a:t>X7 = the repayment status in August, 2005; . . .;</a:t>
            </a:r>
          </a:p>
          <a:p>
            <a:pPr marL="274320" lvl="1" indent="0">
              <a:buNone/>
            </a:pPr>
            <a:r>
              <a:rPr lang="en-US" dirty="0">
                <a:latin typeface="Arial" panose="020B0604020202020204" pitchFamily="34" charset="0"/>
                <a:cs typeface="Arial" panose="020B0604020202020204" pitchFamily="34" charset="0"/>
              </a:rPr>
              <a:t>X11 = the repayment status in April, 2005. </a:t>
            </a:r>
          </a:p>
          <a:p>
            <a:pPr marL="274320" lvl="1" indent="0">
              <a:buNone/>
            </a:pPr>
            <a:r>
              <a:rPr lang="en-US" dirty="0">
                <a:latin typeface="Arial" panose="020B0604020202020204" pitchFamily="34" charset="0"/>
                <a:cs typeface="Arial" panose="020B0604020202020204" pitchFamily="34" charset="0"/>
              </a:rPr>
              <a:t>The measurement scale for the repayment status is: -1 = pay duly; 1 = payment delay for one month; 2 = payment delay for two months; . . .; 8 = payment delay for eight months; 9 = payment delay for nine months and above. </a:t>
            </a:r>
          </a:p>
          <a:p>
            <a:pPr marL="274320" lvl="1" indent="0">
              <a:buNone/>
            </a:pPr>
            <a:endParaRPr lang="en-US"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X12-X17: Amount of bill statement (NT dollar). X12 = amount of bill statement in September, 2005; X13 = amount of bill statement in August, 2005; . . .; X17 = amount of bill statement in April, 2005. </a:t>
            </a:r>
          </a:p>
          <a:p>
            <a:endParaRPr lang="en-US"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X18-X23: Amount of previous payment (NT dollar). X18 = amount paid in September, 2005; X19 = amount paid in August, 2005; . . .;X23 = amount paid in April, 2005.</a:t>
            </a:r>
          </a:p>
        </p:txBody>
      </p:sp>
    </p:spTree>
    <p:extLst>
      <p:ext uri="{BB962C8B-B14F-4D97-AF65-F5344CB8AC3E}">
        <p14:creationId xmlns:p14="http://schemas.microsoft.com/office/powerpoint/2010/main" val="25164334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308" y="89911"/>
            <a:ext cx="10233891" cy="1267834"/>
          </a:xfrm>
        </p:spPr>
        <p:txBody>
          <a:bodyPr/>
          <a:lstStyle/>
          <a:p>
            <a:r>
              <a:rPr lang="en-US" sz="5400" b="1" dirty="0">
                <a:latin typeface="Arial" panose="020B0604020202020204" pitchFamily="34" charset="0"/>
                <a:cs typeface="Arial" panose="020B0604020202020204" pitchFamily="34" charset="0"/>
              </a:rPr>
              <a:t>Dataset Summary</a:t>
            </a:r>
          </a:p>
        </p:txBody>
      </p:sp>
      <p:pic>
        <p:nvPicPr>
          <p:cNvPr id="7" name="Content Placeholder 6">
            <a:extLst>
              <a:ext uri="{FF2B5EF4-FFF2-40B4-BE49-F238E27FC236}">
                <a16:creationId xmlns:a16="http://schemas.microsoft.com/office/drawing/2014/main" id="{4C4A879D-BDC1-43A9-AAB7-520558B4AE2E}"/>
              </a:ext>
            </a:extLst>
          </p:cNvPr>
          <p:cNvPicPr>
            <a:picLocks noGrp="1" noChangeAspect="1"/>
          </p:cNvPicPr>
          <p:nvPr>
            <p:ph sz="quarter" idx="1"/>
          </p:nvPr>
        </p:nvPicPr>
        <p:blipFill>
          <a:blip r:embed="rId2"/>
          <a:stretch>
            <a:fillRect/>
          </a:stretch>
        </p:blipFill>
        <p:spPr>
          <a:xfrm>
            <a:off x="360218" y="1422400"/>
            <a:ext cx="11286837" cy="5246255"/>
          </a:xfrm>
          <a:prstGeom prst="rect">
            <a:avLst/>
          </a:prstGeom>
        </p:spPr>
      </p:pic>
    </p:spTree>
    <p:extLst>
      <p:ext uri="{BB962C8B-B14F-4D97-AF65-F5344CB8AC3E}">
        <p14:creationId xmlns:p14="http://schemas.microsoft.com/office/powerpoint/2010/main" val="2027437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09DFB992-1F11-4ACF-A2D2-F29A21626B36}"/>
              </a:ext>
            </a:extLst>
          </p:cNvPr>
          <p:cNvPicPr>
            <a:picLocks noGrp="1" noChangeAspect="1"/>
          </p:cNvPicPr>
          <p:nvPr>
            <p:ph sz="quarter" idx="1"/>
          </p:nvPr>
        </p:nvPicPr>
        <p:blipFill>
          <a:blip r:embed="rId2"/>
          <a:stretch>
            <a:fillRect/>
          </a:stretch>
        </p:blipFill>
        <p:spPr>
          <a:xfrm>
            <a:off x="267855" y="147783"/>
            <a:ext cx="11674763" cy="6456218"/>
          </a:xfrm>
          <a:prstGeom prst="rect">
            <a:avLst/>
          </a:prstGeom>
        </p:spPr>
      </p:pic>
    </p:spTree>
    <p:extLst>
      <p:ext uri="{BB962C8B-B14F-4D97-AF65-F5344CB8AC3E}">
        <p14:creationId xmlns:p14="http://schemas.microsoft.com/office/powerpoint/2010/main" val="33882528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229A81D-B218-4E96-ADCB-9AC056EB8155}"/>
              </a:ext>
            </a:extLst>
          </p:cNvPr>
          <p:cNvPicPr>
            <a:picLocks noGrp="1" noChangeAspect="1"/>
          </p:cNvPicPr>
          <p:nvPr>
            <p:ph sz="quarter" idx="1"/>
          </p:nvPr>
        </p:nvPicPr>
        <p:blipFill>
          <a:blip r:embed="rId2"/>
          <a:stretch>
            <a:fillRect/>
          </a:stretch>
        </p:blipFill>
        <p:spPr>
          <a:xfrm>
            <a:off x="258618" y="92364"/>
            <a:ext cx="11730182" cy="6502400"/>
          </a:xfrm>
          <a:prstGeom prst="rect">
            <a:avLst/>
          </a:prstGeom>
        </p:spPr>
      </p:pic>
    </p:spTree>
    <p:extLst>
      <p:ext uri="{BB962C8B-B14F-4D97-AF65-F5344CB8AC3E}">
        <p14:creationId xmlns:p14="http://schemas.microsoft.com/office/powerpoint/2010/main" val="39631094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Data Exploration</a:t>
            </a:r>
          </a:p>
        </p:txBody>
      </p:sp>
      <p:sp>
        <p:nvSpPr>
          <p:cNvPr id="3" name="Content Placeholder 2"/>
          <p:cNvSpPr>
            <a:spLocks noGrp="1"/>
          </p:cNvSpPr>
          <p:nvPr>
            <p:ph idx="1"/>
          </p:nvPr>
        </p:nvSpPr>
        <p:spPr>
          <a:xfrm>
            <a:off x="1379150" y="1534028"/>
            <a:ext cx="10554574" cy="3636511"/>
          </a:xfrm>
        </p:spPr>
        <p:txBody>
          <a:bodyPr/>
          <a:lstStyle/>
          <a:p>
            <a:r>
              <a:rPr lang="en-US" dirty="0"/>
              <a:t>All attributes have numeric set of values</a:t>
            </a:r>
          </a:p>
          <a:p>
            <a:r>
              <a:rPr lang="en-US" dirty="0"/>
              <a:t>The dataset is of the form (n&gt;p) where n= number</a:t>
            </a:r>
          </a:p>
          <a:p>
            <a:pPr marL="0" indent="0">
              <a:buNone/>
            </a:pPr>
            <a:r>
              <a:rPr lang="en-US" dirty="0"/>
              <a:t> of instances and p= number of attributes.</a:t>
            </a:r>
          </a:p>
          <a:p>
            <a:r>
              <a:rPr lang="en-US" dirty="0"/>
              <a:t>Skewness: </a:t>
            </a:r>
            <a:r>
              <a:rPr lang="en-US" dirty="0">
                <a:ea typeface="Calibri" panose="020F0502020204030204" pitchFamily="34" charset="0"/>
                <a:cs typeface="Times New Roman" panose="02020603050405020304" pitchFamily="18" charset="0"/>
              </a:rPr>
              <a:t>1.3435, thus it is right skewed. </a:t>
            </a:r>
          </a:p>
          <a:p>
            <a:r>
              <a:rPr lang="en-US" dirty="0"/>
              <a:t>Kurtosis: -0.19501, it represents a flatter distribution</a:t>
            </a:r>
          </a:p>
          <a:p>
            <a:pPr marL="0" indent="0">
              <a:buNone/>
            </a:pPr>
            <a:r>
              <a:rPr lang="en-US" dirty="0"/>
              <a:t> compared to Gaussian distribution</a:t>
            </a:r>
          </a:p>
        </p:txBody>
      </p:sp>
      <p:pic>
        <p:nvPicPr>
          <p:cNvPr id="4" name="Picture 3" descr="C:\Karan\KDD\Projetcs\Project 2\figure_1.png"/>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94770" y="4695394"/>
            <a:ext cx="3170520" cy="1950720"/>
          </a:xfrm>
          <a:prstGeom prst="rect">
            <a:avLst/>
          </a:prstGeom>
          <a:noFill/>
          <a:ln>
            <a:noFill/>
          </a:ln>
        </p:spPr>
      </p:pic>
      <p:pic>
        <p:nvPicPr>
          <p:cNvPr id="5" name="Picture 4"/>
          <p:cNvPicPr>
            <a:picLocks noChangeAspect="1"/>
          </p:cNvPicPr>
          <p:nvPr/>
        </p:nvPicPr>
        <p:blipFill>
          <a:blip r:embed="rId3"/>
          <a:stretch>
            <a:fillRect/>
          </a:stretch>
        </p:blipFill>
        <p:spPr>
          <a:xfrm>
            <a:off x="7455489" y="2186225"/>
            <a:ext cx="4736511" cy="3317014"/>
          </a:xfrm>
          <a:prstGeom prst="rect">
            <a:avLst/>
          </a:prstGeom>
        </p:spPr>
      </p:pic>
      <p:sp>
        <p:nvSpPr>
          <p:cNvPr id="6" name="TextBox 5"/>
          <p:cNvSpPr txBox="1"/>
          <p:nvPr/>
        </p:nvSpPr>
        <p:spPr>
          <a:xfrm>
            <a:off x="7659329" y="5889523"/>
            <a:ext cx="4119716" cy="369332"/>
          </a:xfrm>
          <a:prstGeom prst="rect">
            <a:avLst/>
          </a:prstGeom>
          <a:noFill/>
        </p:spPr>
        <p:txBody>
          <a:bodyPr wrap="square" rtlCol="0">
            <a:spAutoFit/>
          </a:bodyPr>
          <a:lstStyle/>
          <a:p>
            <a:r>
              <a:rPr lang="en-US" dirty="0"/>
              <a:t>Correlation Matrix of Data Set</a:t>
            </a:r>
          </a:p>
        </p:txBody>
      </p:sp>
    </p:spTree>
    <p:extLst>
      <p:ext uri="{BB962C8B-B14F-4D97-AF65-F5344CB8AC3E}">
        <p14:creationId xmlns:p14="http://schemas.microsoft.com/office/powerpoint/2010/main" val="2623577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Data Exploration</a:t>
            </a:r>
          </a:p>
        </p:txBody>
      </p:sp>
      <p:sp>
        <p:nvSpPr>
          <p:cNvPr id="3" name="Content Placeholder 2"/>
          <p:cNvSpPr>
            <a:spLocks noGrp="1"/>
          </p:cNvSpPr>
          <p:nvPr>
            <p:ph idx="1"/>
          </p:nvPr>
        </p:nvSpPr>
        <p:spPr>
          <a:xfrm>
            <a:off x="810000" y="1524197"/>
            <a:ext cx="10554574" cy="3636511"/>
          </a:xfrm>
        </p:spPr>
        <p:txBody>
          <a:bodyPr/>
          <a:lstStyle/>
          <a:p>
            <a:r>
              <a:rPr lang="en-US" dirty="0"/>
              <a:t>A count of the number of defaults is generated against age groups</a:t>
            </a:r>
          </a:p>
          <a:p>
            <a:r>
              <a:rPr lang="en-US" dirty="0"/>
              <a:t>The younger age groups have been observed to default more than the other age groups.</a:t>
            </a:r>
          </a:p>
          <a:p>
            <a:endParaRPr lang="en-US" dirty="0"/>
          </a:p>
        </p:txBody>
      </p:sp>
      <p:pic>
        <p:nvPicPr>
          <p:cNvPr id="4" name="Picture 3" descr="C:\Karan\KDD\Projetcs\Project 2\Capture.PNG"/>
          <p:cNvPicPr/>
          <p:nvPr/>
        </p:nvPicPr>
        <p:blipFill>
          <a:blip r:embed="rId2">
            <a:extLst>
              <a:ext uri="{28A0092B-C50C-407E-A947-70E740481C1C}">
                <a14:useLocalDpi xmlns:a14="http://schemas.microsoft.com/office/drawing/2010/main" val="0"/>
              </a:ext>
            </a:extLst>
          </a:blip>
          <a:srcRect/>
          <a:stretch>
            <a:fillRect/>
          </a:stretch>
        </p:blipFill>
        <p:spPr bwMode="auto">
          <a:xfrm>
            <a:off x="483604" y="4191307"/>
            <a:ext cx="2307944" cy="1509618"/>
          </a:xfrm>
          <a:prstGeom prst="rect">
            <a:avLst/>
          </a:prstGeom>
          <a:noFill/>
          <a:ln>
            <a:noFill/>
          </a:ln>
        </p:spPr>
      </p:pic>
      <p:pic>
        <p:nvPicPr>
          <p:cNvPr id="5" name="Picture 4" descr="C:\Karan\KDD\Projetcs\Project 2\Capture1.PNG"/>
          <p:cNvPicPr/>
          <p:nvPr/>
        </p:nvPicPr>
        <p:blipFill>
          <a:blip r:embed="rId3">
            <a:extLst>
              <a:ext uri="{28A0092B-C50C-407E-A947-70E740481C1C}">
                <a14:useLocalDpi xmlns:a14="http://schemas.microsoft.com/office/drawing/2010/main" val="0"/>
              </a:ext>
            </a:extLst>
          </a:blip>
          <a:srcRect/>
          <a:stretch>
            <a:fillRect/>
          </a:stretch>
        </p:blipFill>
        <p:spPr bwMode="auto">
          <a:xfrm>
            <a:off x="2976229" y="4199356"/>
            <a:ext cx="2061989" cy="1501569"/>
          </a:xfrm>
          <a:prstGeom prst="rect">
            <a:avLst/>
          </a:prstGeom>
          <a:noFill/>
          <a:ln>
            <a:noFill/>
          </a:ln>
        </p:spPr>
      </p:pic>
      <p:pic>
        <p:nvPicPr>
          <p:cNvPr id="6" name="Picture 5" descr="C:\Karan\KDD\Projetcs\Project 2\Capture2.PNG"/>
          <p:cNvPicPr/>
          <p:nvPr/>
        </p:nvPicPr>
        <p:blipFill>
          <a:blip r:embed="rId4">
            <a:extLst>
              <a:ext uri="{28A0092B-C50C-407E-A947-70E740481C1C}">
                <a14:useLocalDpi xmlns:a14="http://schemas.microsoft.com/office/drawing/2010/main" val="0"/>
              </a:ext>
            </a:extLst>
          </a:blip>
          <a:srcRect/>
          <a:stretch>
            <a:fillRect/>
          </a:stretch>
        </p:blipFill>
        <p:spPr bwMode="auto">
          <a:xfrm>
            <a:off x="5230752" y="4191307"/>
            <a:ext cx="1983333" cy="1501568"/>
          </a:xfrm>
          <a:prstGeom prst="rect">
            <a:avLst/>
          </a:prstGeom>
          <a:noFill/>
          <a:ln>
            <a:noFill/>
          </a:ln>
        </p:spPr>
      </p:pic>
      <p:pic>
        <p:nvPicPr>
          <p:cNvPr id="7" name="Picture 6" descr="C:\Karan\KDD\Projetcs\Project 2\Capture3.PNG"/>
          <p:cNvPicPr/>
          <p:nvPr/>
        </p:nvPicPr>
        <p:blipFill>
          <a:blip r:embed="rId5">
            <a:extLst>
              <a:ext uri="{28A0092B-C50C-407E-A947-70E740481C1C}">
                <a14:useLocalDpi xmlns:a14="http://schemas.microsoft.com/office/drawing/2010/main" val="0"/>
              </a:ext>
            </a:extLst>
          </a:blip>
          <a:srcRect/>
          <a:stretch>
            <a:fillRect/>
          </a:stretch>
        </p:blipFill>
        <p:spPr bwMode="auto">
          <a:xfrm>
            <a:off x="7406619" y="4183256"/>
            <a:ext cx="2150482" cy="1509617"/>
          </a:xfrm>
          <a:prstGeom prst="rect">
            <a:avLst/>
          </a:prstGeom>
          <a:noFill/>
          <a:ln>
            <a:noFill/>
          </a:ln>
        </p:spPr>
      </p:pic>
      <p:pic>
        <p:nvPicPr>
          <p:cNvPr id="8" name="Picture 7" descr="C:\Karan\KDD\Projetcs\Project 2\Capture4.PNG"/>
          <p:cNvPicPr/>
          <p:nvPr/>
        </p:nvPicPr>
        <p:blipFill>
          <a:blip r:embed="rId6">
            <a:extLst>
              <a:ext uri="{28A0092B-C50C-407E-A947-70E740481C1C}">
                <a14:useLocalDpi xmlns:a14="http://schemas.microsoft.com/office/drawing/2010/main" val="0"/>
              </a:ext>
            </a:extLst>
          </a:blip>
          <a:srcRect/>
          <a:stretch>
            <a:fillRect/>
          </a:stretch>
        </p:blipFill>
        <p:spPr bwMode="auto">
          <a:xfrm>
            <a:off x="9749635" y="4183255"/>
            <a:ext cx="2123768" cy="1509617"/>
          </a:xfrm>
          <a:prstGeom prst="rect">
            <a:avLst/>
          </a:prstGeom>
          <a:noFill/>
          <a:ln>
            <a:noFill/>
          </a:ln>
        </p:spPr>
      </p:pic>
    </p:spTree>
    <p:extLst>
      <p:ext uri="{BB962C8B-B14F-4D97-AF65-F5344CB8AC3E}">
        <p14:creationId xmlns:p14="http://schemas.microsoft.com/office/powerpoint/2010/main" val="1297741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982" y="274638"/>
            <a:ext cx="11231418" cy="1143000"/>
          </a:xfrm>
        </p:spPr>
        <p:txBody>
          <a:bodyPr>
            <a:normAutofit/>
          </a:bodyPr>
          <a:lstStyle/>
          <a:p>
            <a:r>
              <a:rPr lang="en-IN" sz="5400" b="1" dirty="0">
                <a:latin typeface="Arial" panose="020B0604020202020204" pitchFamily="34" charset="0"/>
                <a:cs typeface="Arial" panose="020B0604020202020204" pitchFamily="34" charset="0"/>
              </a:rPr>
              <a:t>Data Preparation</a:t>
            </a:r>
          </a:p>
        </p:txBody>
      </p:sp>
      <p:sp>
        <p:nvSpPr>
          <p:cNvPr id="3" name="Content Placeholder 2"/>
          <p:cNvSpPr>
            <a:spLocks noGrp="1"/>
          </p:cNvSpPr>
          <p:nvPr>
            <p:ph idx="1"/>
          </p:nvPr>
        </p:nvSpPr>
        <p:spPr>
          <a:xfrm>
            <a:off x="350982" y="1447800"/>
            <a:ext cx="11231418" cy="5135562"/>
          </a:xfrm>
        </p:spPr>
        <p:txBody>
          <a:bodyPr>
            <a:normAutofit/>
          </a:bodyPr>
          <a:lstStyle/>
          <a:p>
            <a:r>
              <a:rPr lang="en-US" sz="2400" dirty="0">
                <a:latin typeface="Arial" panose="020B0604020202020204" pitchFamily="34" charset="0"/>
                <a:cs typeface="Arial" panose="020B0604020202020204" pitchFamily="34" charset="0"/>
              </a:rPr>
              <a:t>The attribute name ‘PAY_0’ was converted to ‘PAY_1’ for naming convenience.</a:t>
            </a:r>
          </a:p>
          <a:p>
            <a:r>
              <a:rPr lang="en-US" sz="2400" dirty="0">
                <a:latin typeface="Arial" panose="020B0604020202020204" pitchFamily="34" charset="0"/>
                <a:cs typeface="Arial" panose="020B0604020202020204" pitchFamily="34" charset="0"/>
              </a:rPr>
              <a:t>Numeric attributes were converted to nominal.</a:t>
            </a:r>
          </a:p>
          <a:p>
            <a:r>
              <a:rPr lang="en-US" sz="2400" dirty="0">
                <a:latin typeface="Arial" panose="020B0604020202020204" pitchFamily="34" charset="0"/>
                <a:cs typeface="Arial" panose="020B0604020202020204" pitchFamily="34" charset="0"/>
              </a:rPr>
              <a:t>Values in the ‘EDUCATION’ variable was grouped such that the values ‘0,4,5,6’ was combined to one value and assigned a value ‘4’.</a:t>
            </a:r>
          </a:p>
          <a:p>
            <a:r>
              <a:rPr lang="en-US" sz="2400" dirty="0">
                <a:latin typeface="Arial" panose="020B0604020202020204" pitchFamily="34" charset="0"/>
                <a:cs typeface="Arial" panose="020B0604020202020204" pitchFamily="34" charset="0"/>
              </a:rPr>
              <a:t>For all classification tasks, target variable was converted to numeric.</a:t>
            </a:r>
          </a:p>
          <a:p>
            <a:pPr marL="0" indent="0">
              <a:buNone/>
            </a:pP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9066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309" y="274638"/>
            <a:ext cx="11453091" cy="1143000"/>
          </a:xfrm>
        </p:spPr>
        <p:txBody>
          <a:bodyPr/>
          <a:lstStyle/>
          <a:p>
            <a:r>
              <a:rPr lang="en-US" b="1" dirty="0">
                <a:latin typeface="Arial" panose="020B0604020202020204" pitchFamily="34" charset="0"/>
                <a:cs typeface="Arial" panose="020B0604020202020204" pitchFamily="34" charset="0"/>
              </a:rPr>
              <a:t>List of R</a:t>
            </a:r>
            <a:r>
              <a:rPr lang="en-IN" b="1" dirty="0" err="1">
                <a:latin typeface="Arial" panose="020B0604020202020204" pitchFamily="34" charset="0"/>
                <a:cs typeface="Arial" panose="020B0604020202020204" pitchFamily="34" charset="0"/>
              </a:rPr>
              <a:t>eferences</a:t>
            </a:r>
            <a:endParaRPr lang="en-US" dirty="0"/>
          </a:p>
        </p:txBody>
      </p:sp>
      <p:sp>
        <p:nvSpPr>
          <p:cNvPr id="3" name="Content Placeholder 2"/>
          <p:cNvSpPr>
            <a:spLocks noGrp="1"/>
          </p:cNvSpPr>
          <p:nvPr>
            <p:ph idx="1"/>
          </p:nvPr>
        </p:nvSpPr>
        <p:spPr>
          <a:xfrm>
            <a:off x="267855" y="1447800"/>
            <a:ext cx="11314545" cy="4572000"/>
          </a:xfrm>
        </p:spPr>
        <p:txBody>
          <a:bodyPr>
            <a:normAutofit/>
          </a:bodyPr>
          <a:lstStyle/>
          <a:p>
            <a:pPr lvl="0"/>
            <a:r>
              <a:rPr lang="en-US" sz="2400" dirty="0">
                <a:latin typeface="Arial" panose="020B0604020202020204" pitchFamily="34" charset="0"/>
                <a:cs typeface="Arial" panose="020B0604020202020204" pitchFamily="34" charset="0"/>
                <a:hlinkClick r:id="rId2"/>
              </a:rPr>
              <a:t>http://jmlr.org/proceedings/papers/v28/denil13-supp.pdf</a:t>
            </a:r>
            <a:endParaRPr lang="en-US" sz="2400" dirty="0">
              <a:latin typeface="Arial" panose="020B0604020202020204" pitchFamily="34" charset="0"/>
              <a:cs typeface="Arial" panose="020B0604020202020204" pitchFamily="34" charset="0"/>
            </a:endParaRPr>
          </a:p>
          <a:p>
            <a:pPr lvl="0"/>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82729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4806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quity">
  <a:themeElements>
    <a:clrScheme name="Equity">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Equity">
      <a:majorFont>
        <a:latin typeface="Franklin Gothic Book"/>
        <a:ea typeface=""/>
        <a:cs typeface=""/>
        <a:font script="Grek" typeface="Calibri"/>
        <a:font script="Cyrl" typeface="Calibri"/>
        <a:font script="Jpan" typeface="HGｺﾞｼｯｸM"/>
        <a:font script="Hang" typeface="바탕"/>
        <a:font script="Hans" typeface="幼圆"/>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erpetua"/>
        <a:ea typeface=""/>
        <a:cs typeface=""/>
        <a:font script="Grek" typeface="Cambria"/>
        <a:font script="Cyrl" typeface="Cambria"/>
        <a:font script="Jpan" typeface="HG創英ﾌﾟﾚｾﾞﾝｽEB"/>
        <a:font script="Hang" typeface="맑은 고딕"/>
        <a:font script="Hans" typeface="宋体"/>
        <a:font script="Hant" typeface="新細明體"/>
        <a:font script="Arab" typeface="Times New Roman"/>
        <a:font script="Hebr" typeface="Aharoni"/>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quity">
      <a:fillStyleLst>
        <a:solidFill>
          <a:schemeClr val="phClr"/>
        </a:solidFill>
        <a:blipFill>
          <a:blip xmlns:r="http://schemas.openxmlformats.org/officeDocument/2006/relationships" r:embed="rId1">
            <a:duotone>
              <a:schemeClr val="phClr">
                <a:tint val="30000"/>
                <a:satMod val="300000"/>
              </a:schemeClr>
              <a:schemeClr val="phClr">
                <a:tint val="40000"/>
                <a:satMod val="200000"/>
              </a:schemeClr>
            </a:duotone>
          </a:blip>
          <a:tile tx="0" ty="0" sx="70000" sy="70000" flip="none" algn="ctr"/>
        </a:blipFill>
        <a:blipFill>
          <a:blip xmlns:r="http://schemas.openxmlformats.org/officeDocument/2006/relationships" r:embed="rId1">
            <a:duotone>
              <a:schemeClr val="phClr">
                <a:shade val="22000"/>
                <a:satMod val="160000"/>
              </a:schemeClr>
              <a:schemeClr val="phClr">
                <a:shade val="45000"/>
                <a:satMod val="100000"/>
              </a:schemeClr>
            </a:duotone>
          </a:blip>
          <a:tile tx="0" ty="0" sx="65000" sy="65000" flip="none" algn="ctr"/>
        </a:blipFill>
      </a:fillStyleLst>
      <a:lnStyleLst>
        <a:ln w="9525" cap="flat" cmpd="sng" algn="ctr">
          <a:solidFill>
            <a:schemeClr val="phClr">
              <a:shade val="60000"/>
              <a:satMod val="110000"/>
            </a:schemeClr>
          </a:solidFill>
          <a:prstDash val="solid"/>
        </a:ln>
        <a:ln w="127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algn="t" rotWithShape="0">
              <a:srgbClr val="000000">
                <a:alpha val="50000"/>
              </a:srgbClr>
            </a:outerShdw>
          </a:effectLst>
        </a:effectStyle>
        <a:effectStyle>
          <a:effectLst>
            <a:outerShdw blurRad="38100" dist="25400" dir="5400000" algn="t" rotWithShape="0">
              <a:srgbClr val="000000">
                <a:alpha val="50000"/>
              </a:srgbClr>
            </a:outerShdw>
          </a:effectLst>
        </a:effectStyle>
        <a:effectStyle>
          <a:effectLst>
            <a:outerShdw blurRad="50800" dist="50800" dir="5400000" algn="t" rotWithShape="0">
              <a:srgbClr val="000000">
                <a:alpha val="60000"/>
              </a:srgbClr>
            </a:outerShdw>
          </a:effectLst>
          <a:scene3d>
            <a:camera prst="isometricBottomUp" fov="0">
              <a:rot lat="0" lon="0" rev="0"/>
            </a:camera>
            <a:lightRig rig="soft" dir="b">
              <a:rot lat="0" lon="0" rev="9000000"/>
            </a:lightRig>
          </a:scene3d>
          <a:sp3d contourW="35000" prstMaterial="matte">
            <a:bevelT w="45000" h="38100" prst="convex"/>
            <a:contourClr>
              <a:schemeClr val="phClr">
                <a:tint val="10000"/>
                <a:satMod val="130000"/>
              </a:schemeClr>
            </a:contourClr>
          </a:sp3d>
        </a:effectStyle>
      </a:effectStyleLst>
      <a:bgFillStyleLst>
        <a:solidFill>
          <a:schemeClr val="phClr"/>
        </a:solidFill>
        <a:gradFill rotWithShape="1">
          <a:gsLst>
            <a:gs pos="0">
              <a:schemeClr val="phClr">
                <a:shade val="40000"/>
                <a:satMod val="165000"/>
              </a:schemeClr>
            </a:gs>
            <a:gs pos="50000">
              <a:schemeClr val="phClr">
                <a:shade val="80000"/>
                <a:satMod val="155000"/>
              </a:schemeClr>
            </a:gs>
            <a:gs pos="100000">
              <a:schemeClr val="phClr">
                <a:tint val="95000"/>
                <a:satMod val="200000"/>
              </a:schemeClr>
            </a:gs>
          </a:gsLst>
          <a:lin ang="16200000" scaled="1"/>
        </a:gradFill>
        <a:blipFill>
          <a:blip xmlns:r="http://schemas.openxmlformats.org/officeDocument/2006/relationships" r:embed="rId1">
            <a:duotone>
              <a:schemeClr val="phClr">
                <a:tint val="95000"/>
                <a:satMod val="200000"/>
              </a:schemeClr>
              <a:schemeClr val="phClr">
                <a:shade val="80000"/>
                <a:satMod val="100000"/>
              </a:schemeClr>
            </a:duotone>
          </a:blip>
          <a:tile tx="0" ty="0" sx="55000" sy="55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Equity</Template>
  <TotalTime>111</TotalTime>
  <Words>950</Words>
  <Application>Microsoft Office PowerPoint</Application>
  <PresentationFormat>Widescreen</PresentationFormat>
  <Paragraphs>56</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Arial Black</vt:lpstr>
      <vt:lpstr>Franklin Gothic Book</vt:lpstr>
      <vt:lpstr>Perpetua</vt:lpstr>
      <vt:lpstr>Poppins</vt:lpstr>
      <vt:lpstr>Wingdings 2</vt:lpstr>
      <vt:lpstr>Equity</vt:lpstr>
      <vt:lpstr>   Name   : BARUN KUMAR Roll no. : 18125760015</vt:lpstr>
      <vt:lpstr>PowerPoint Presentation</vt:lpstr>
      <vt:lpstr>Problem Statement</vt:lpstr>
      <vt:lpstr>Business Understanding</vt:lpstr>
      <vt:lpstr>Approach</vt:lpstr>
      <vt:lpstr>Data Understanding</vt:lpstr>
      <vt:lpstr>PowerPoint Presentation</vt:lpstr>
      <vt:lpstr>PowerPoint Presentation</vt:lpstr>
      <vt:lpstr>Dataset Summary</vt:lpstr>
      <vt:lpstr>PowerPoint Presentation</vt:lpstr>
      <vt:lpstr>PowerPoint Presentation</vt:lpstr>
      <vt:lpstr>Data Exploration</vt:lpstr>
      <vt:lpstr>Data Exploration</vt:lpstr>
      <vt:lpstr>Data Preparation</vt:lpstr>
      <vt:lpstr>List of 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Name: XXXXXX Roll no.XXXXXX</dc:title>
  <dc:creator>Mallikarjuna Doddamane [MaGE]</dc:creator>
  <cp:lastModifiedBy>BARUN KUMAR</cp:lastModifiedBy>
  <cp:revision>15</cp:revision>
  <dcterms:created xsi:type="dcterms:W3CDTF">2018-02-05T13:42:06Z</dcterms:created>
  <dcterms:modified xsi:type="dcterms:W3CDTF">2019-05-09T03:59:48Z</dcterms:modified>
</cp:coreProperties>
</file>